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1B1145-2308-488F-83E6-9A4453900E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CEDF45-25B6-4E61-B312-851E83CAE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📚 Students and researchers manage documents across multiple courses/projects</a:t>
          </a:r>
          <a:endParaRPr lang="en-US"/>
        </a:p>
      </dgm:t>
    </dgm:pt>
    <dgm:pt modelId="{D90B095F-7278-4480-BF31-D66E96DFD4DD}" type="parTrans" cxnId="{07C2A933-BFF5-47E1-8E0F-D606F785EF57}">
      <dgm:prSet/>
      <dgm:spPr/>
      <dgm:t>
        <a:bodyPr/>
        <a:lstStyle/>
        <a:p>
          <a:endParaRPr lang="en-US"/>
        </a:p>
      </dgm:t>
    </dgm:pt>
    <dgm:pt modelId="{6A137CE0-D372-417F-971E-905B00D26A97}" type="sibTrans" cxnId="{07C2A933-BFF5-47E1-8E0F-D606F785EF57}">
      <dgm:prSet/>
      <dgm:spPr/>
      <dgm:t>
        <a:bodyPr/>
        <a:lstStyle/>
        <a:p>
          <a:endParaRPr lang="en-US"/>
        </a:p>
      </dgm:t>
    </dgm:pt>
    <dgm:pt modelId="{B2EF1878-B490-47E6-BE09-F55273D0C5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⏰ Traditional study methods are time-consuming and inefficient</a:t>
          </a:r>
          <a:endParaRPr lang="en-US"/>
        </a:p>
      </dgm:t>
    </dgm:pt>
    <dgm:pt modelId="{6EF47D15-DFF9-4DC8-8ECC-3727B9A8FEA6}" type="parTrans" cxnId="{867EDB97-5CA6-4BDB-902A-0C0AFB73D575}">
      <dgm:prSet/>
      <dgm:spPr/>
      <dgm:t>
        <a:bodyPr/>
        <a:lstStyle/>
        <a:p>
          <a:endParaRPr lang="en-US"/>
        </a:p>
      </dgm:t>
    </dgm:pt>
    <dgm:pt modelId="{6755EEF4-9D7C-42B5-BFC3-683C69448E5D}" type="sibTrans" cxnId="{867EDB97-5CA6-4BDB-902A-0C0AFB73D575}">
      <dgm:prSet/>
      <dgm:spPr/>
      <dgm:t>
        <a:bodyPr/>
        <a:lstStyle/>
        <a:p>
          <a:endParaRPr lang="en-US"/>
        </a:p>
      </dgm:t>
    </dgm:pt>
    <dgm:pt modelId="{94EAE48C-9919-4F4F-B83C-704A3274C9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🧠 Passive reading doesn't lead to deep understanding or retention</a:t>
          </a:r>
          <a:endParaRPr lang="en-US"/>
        </a:p>
      </dgm:t>
    </dgm:pt>
    <dgm:pt modelId="{9658755B-4236-4514-AC08-31692583E9CC}" type="parTrans" cxnId="{83CA7426-923F-4791-A639-28F5C8361412}">
      <dgm:prSet/>
      <dgm:spPr/>
      <dgm:t>
        <a:bodyPr/>
        <a:lstStyle/>
        <a:p>
          <a:endParaRPr lang="en-US"/>
        </a:p>
      </dgm:t>
    </dgm:pt>
    <dgm:pt modelId="{013B266E-4C96-459D-8C5F-AC107AE45153}" type="sibTrans" cxnId="{83CA7426-923F-4791-A639-28F5C8361412}">
      <dgm:prSet/>
      <dgm:spPr/>
      <dgm:t>
        <a:bodyPr/>
        <a:lstStyle/>
        <a:p>
          <a:endParaRPr lang="en-US"/>
        </a:p>
      </dgm:t>
    </dgm:pt>
    <dgm:pt modelId="{E9D337C9-154B-47A7-86D5-C8A61E01AA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🔀 Current tools are fragmented - need multiple apps for different tasks</a:t>
          </a:r>
          <a:endParaRPr lang="en-US"/>
        </a:p>
      </dgm:t>
    </dgm:pt>
    <dgm:pt modelId="{64023BE2-D814-40EF-B586-5A9B503E2094}" type="parTrans" cxnId="{E4F360DF-3FB6-4747-B90F-2AFAB3DAF1FB}">
      <dgm:prSet/>
      <dgm:spPr/>
      <dgm:t>
        <a:bodyPr/>
        <a:lstStyle/>
        <a:p>
          <a:endParaRPr lang="en-US"/>
        </a:p>
      </dgm:t>
    </dgm:pt>
    <dgm:pt modelId="{D4A48F57-0BBF-4881-9AA3-642869A23626}" type="sibTrans" cxnId="{E4F360DF-3FB6-4747-B90F-2AFAB3DAF1FB}">
      <dgm:prSet/>
      <dgm:spPr/>
      <dgm:t>
        <a:bodyPr/>
        <a:lstStyle/>
        <a:p>
          <a:endParaRPr lang="en-US"/>
        </a:p>
      </dgm:t>
    </dgm:pt>
    <dgm:pt modelId="{945D990B-4BB8-4479-9CF7-CDBD8904EE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📄 Research papers are especially difficult to break down and internalize</a:t>
          </a:r>
          <a:endParaRPr lang="en-US"/>
        </a:p>
      </dgm:t>
    </dgm:pt>
    <dgm:pt modelId="{CC9FDFB5-32F7-4215-87F8-F06F5DE0CA5A}" type="parTrans" cxnId="{28325C5E-F5A7-4635-A5E8-B7BD8391E601}">
      <dgm:prSet/>
      <dgm:spPr/>
      <dgm:t>
        <a:bodyPr/>
        <a:lstStyle/>
        <a:p>
          <a:endParaRPr lang="en-US"/>
        </a:p>
      </dgm:t>
    </dgm:pt>
    <dgm:pt modelId="{F91781B6-33EB-4C61-8D9B-B81FFDA35722}" type="sibTrans" cxnId="{28325C5E-F5A7-4635-A5E8-B7BD8391E601}">
      <dgm:prSet/>
      <dgm:spPr/>
      <dgm:t>
        <a:bodyPr/>
        <a:lstStyle/>
        <a:p>
          <a:endParaRPr lang="en-US"/>
        </a:p>
      </dgm:t>
    </dgm:pt>
    <dgm:pt modelId="{2E936151-B891-461F-A871-4EEAA56F7C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73% of students report feeling overwhelmed by study material volume</a:t>
          </a:r>
          <a:endParaRPr lang="en-US"/>
        </a:p>
      </dgm:t>
    </dgm:pt>
    <dgm:pt modelId="{92AF9B12-8576-4C24-83DA-D9C7449B5847}" type="parTrans" cxnId="{76E9F9D6-400C-4AF5-8C2E-F7118B2E4D0F}">
      <dgm:prSet/>
      <dgm:spPr/>
      <dgm:t>
        <a:bodyPr/>
        <a:lstStyle/>
        <a:p>
          <a:endParaRPr lang="en-US"/>
        </a:p>
      </dgm:t>
    </dgm:pt>
    <dgm:pt modelId="{CDBA8708-677A-43D6-B885-755B263FEBA6}" type="sibTrans" cxnId="{76E9F9D6-400C-4AF5-8C2E-F7118B2E4D0F}">
      <dgm:prSet/>
      <dgm:spPr/>
      <dgm:t>
        <a:bodyPr/>
        <a:lstStyle/>
        <a:p>
          <a:endParaRPr lang="en-US"/>
        </a:p>
      </dgm:t>
    </dgm:pt>
    <dgm:pt modelId="{01213396-D5EF-48F9-9AFE-FE478C1BDF97}" type="pres">
      <dgm:prSet presAssocID="{781B1145-2308-488F-83E6-9A4453900E30}" presName="root" presStyleCnt="0">
        <dgm:presLayoutVars>
          <dgm:dir/>
          <dgm:resizeHandles val="exact"/>
        </dgm:presLayoutVars>
      </dgm:prSet>
      <dgm:spPr/>
    </dgm:pt>
    <dgm:pt modelId="{9F9B81E8-3E75-4E67-960C-C36D3EB28060}" type="pres">
      <dgm:prSet presAssocID="{47CEDF45-25B6-4E61-B312-851E83CAE894}" presName="compNode" presStyleCnt="0"/>
      <dgm:spPr/>
    </dgm:pt>
    <dgm:pt modelId="{06D56CD2-A9D4-45FE-9B39-3385C10358B8}" type="pres">
      <dgm:prSet presAssocID="{47CEDF45-25B6-4E61-B312-851E83CAE894}" presName="bgRect" presStyleLbl="bgShp" presStyleIdx="0" presStyleCnt="6"/>
      <dgm:spPr/>
    </dgm:pt>
    <dgm:pt modelId="{2F1D35E6-0890-43DB-9772-B1CE27662E60}" type="pres">
      <dgm:prSet presAssocID="{47CEDF45-25B6-4E61-B312-851E83CAE89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A1F30DD-D96A-4495-9648-0CF90D45639E}" type="pres">
      <dgm:prSet presAssocID="{47CEDF45-25B6-4E61-B312-851E83CAE894}" presName="spaceRect" presStyleCnt="0"/>
      <dgm:spPr/>
    </dgm:pt>
    <dgm:pt modelId="{EBA903D6-A655-4904-A3B5-1AE9AC769D7D}" type="pres">
      <dgm:prSet presAssocID="{47CEDF45-25B6-4E61-B312-851E83CAE894}" presName="parTx" presStyleLbl="revTx" presStyleIdx="0" presStyleCnt="6">
        <dgm:presLayoutVars>
          <dgm:chMax val="0"/>
          <dgm:chPref val="0"/>
        </dgm:presLayoutVars>
      </dgm:prSet>
      <dgm:spPr/>
    </dgm:pt>
    <dgm:pt modelId="{7CABD63B-219B-4F1D-BBDB-FA0D77807F98}" type="pres">
      <dgm:prSet presAssocID="{6A137CE0-D372-417F-971E-905B00D26A97}" presName="sibTrans" presStyleCnt="0"/>
      <dgm:spPr/>
    </dgm:pt>
    <dgm:pt modelId="{437C0F56-DF3B-470A-8348-0FDD5F6F747F}" type="pres">
      <dgm:prSet presAssocID="{B2EF1878-B490-47E6-BE09-F55273D0C50E}" presName="compNode" presStyleCnt="0"/>
      <dgm:spPr/>
    </dgm:pt>
    <dgm:pt modelId="{C2BB3ED6-5E7E-43C0-BDAD-E53C2A125C8D}" type="pres">
      <dgm:prSet presAssocID="{B2EF1878-B490-47E6-BE09-F55273D0C50E}" presName="bgRect" presStyleLbl="bgShp" presStyleIdx="1" presStyleCnt="6"/>
      <dgm:spPr/>
    </dgm:pt>
    <dgm:pt modelId="{F91737F4-FE7D-4538-9E82-429E90AC1E86}" type="pres">
      <dgm:prSet presAssocID="{B2EF1878-B490-47E6-BE09-F55273D0C50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8C06A8D-7027-4CDE-809A-4008D7C30133}" type="pres">
      <dgm:prSet presAssocID="{B2EF1878-B490-47E6-BE09-F55273D0C50E}" presName="spaceRect" presStyleCnt="0"/>
      <dgm:spPr/>
    </dgm:pt>
    <dgm:pt modelId="{B21B842F-BA20-4E86-870F-6AB04FC51476}" type="pres">
      <dgm:prSet presAssocID="{B2EF1878-B490-47E6-BE09-F55273D0C50E}" presName="parTx" presStyleLbl="revTx" presStyleIdx="1" presStyleCnt="6">
        <dgm:presLayoutVars>
          <dgm:chMax val="0"/>
          <dgm:chPref val="0"/>
        </dgm:presLayoutVars>
      </dgm:prSet>
      <dgm:spPr/>
    </dgm:pt>
    <dgm:pt modelId="{89DC0911-8060-4D68-8E14-F0563A080E60}" type="pres">
      <dgm:prSet presAssocID="{6755EEF4-9D7C-42B5-BFC3-683C69448E5D}" presName="sibTrans" presStyleCnt="0"/>
      <dgm:spPr/>
    </dgm:pt>
    <dgm:pt modelId="{15EAFF4B-FFC6-45F2-9EFA-AD7C1354243B}" type="pres">
      <dgm:prSet presAssocID="{94EAE48C-9919-4F4F-B83C-704A3274C9F8}" presName="compNode" presStyleCnt="0"/>
      <dgm:spPr/>
    </dgm:pt>
    <dgm:pt modelId="{AC5A3174-FE77-4EFC-A72A-B374FA23E902}" type="pres">
      <dgm:prSet presAssocID="{94EAE48C-9919-4F4F-B83C-704A3274C9F8}" presName="bgRect" presStyleLbl="bgShp" presStyleIdx="2" presStyleCnt="6"/>
      <dgm:spPr/>
    </dgm:pt>
    <dgm:pt modelId="{D3BC3DC3-AD7F-4BF2-8CE0-FB03DD861D68}" type="pres">
      <dgm:prSet presAssocID="{94EAE48C-9919-4F4F-B83C-704A3274C9F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8508733-C163-4BD3-92F9-BF5B30173DB8}" type="pres">
      <dgm:prSet presAssocID="{94EAE48C-9919-4F4F-B83C-704A3274C9F8}" presName="spaceRect" presStyleCnt="0"/>
      <dgm:spPr/>
    </dgm:pt>
    <dgm:pt modelId="{A31FD5CD-7808-474C-9D37-F0C6E4CF0705}" type="pres">
      <dgm:prSet presAssocID="{94EAE48C-9919-4F4F-B83C-704A3274C9F8}" presName="parTx" presStyleLbl="revTx" presStyleIdx="2" presStyleCnt="6">
        <dgm:presLayoutVars>
          <dgm:chMax val="0"/>
          <dgm:chPref val="0"/>
        </dgm:presLayoutVars>
      </dgm:prSet>
      <dgm:spPr/>
    </dgm:pt>
    <dgm:pt modelId="{DB51AFDE-9E84-4C50-87ED-40A4A683499A}" type="pres">
      <dgm:prSet presAssocID="{013B266E-4C96-459D-8C5F-AC107AE45153}" presName="sibTrans" presStyleCnt="0"/>
      <dgm:spPr/>
    </dgm:pt>
    <dgm:pt modelId="{73A872F6-44A5-4958-82B2-A5A4EF81ABA4}" type="pres">
      <dgm:prSet presAssocID="{E9D337C9-154B-47A7-86D5-C8A61E01AA61}" presName="compNode" presStyleCnt="0"/>
      <dgm:spPr/>
    </dgm:pt>
    <dgm:pt modelId="{044E8583-BE39-45B4-98B9-3F912FE8B84B}" type="pres">
      <dgm:prSet presAssocID="{E9D337C9-154B-47A7-86D5-C8A61E01AA61}" presName="bgRect" presStyleLbl="bgShp" presStyleIdx="3" presStyleCnt="6"/>
      <dgm:spPr/>
    </dgm:pt>
    <dgm:pt modelId="{3E572DF9-D845-4391-A66F-2A6407B6930F}" type="pres">
      <dgm:prSet presAssocID="{E9D337C9-154B-47A7-86D5-C8A61E01AA6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B6E0F2-8560-4CFF-97B1-C0C2C7D27229}" type="pres">
      <dgm:prSet presAssocID="{E9D337C9-154B-47A7-86D5-C8A61E01AA61}" presName="spaceRect" presStyleCnt="0"/>
      <dgm:spPr/>
    </dgm:pt>
    <dgm:pt modelId="{69683D85-CFDB-4C9D-A9B6-FD3C885688B1}" type="pres">
      <dgm:prSet presAssocID="{E9D337C9-154B-47A7-86D5-C8A61E01AA61}" presName="parTx" presStyleLbl="revTx" presStyleIdx="3" presStyleCnt="6">
        <dgm:presLayoutVars>
          <dgm:chMax val="0"/>
          <dgm:chPref val="0"/>
        </dgm:presLayoutVars>
      </dgm:prSet>
      <dgm:spPr/>
    </dgm:pt>
    <dgm:pt modelId="{C5033219-E1A7-4B14-8D9C-1E44A9D324DE}" type="pres">
      <dgm:prSet presAssocID="{D4A48F57-0BBF-4881-9AA3-642869A23626}" presName="sibTrans" presStyleCnt="0"/>
      <dgm:spPr/>
    </dgm:pt>
    <dgm:pt modelId="{E60B85F1-6837-4F9D-B89A-3571DE991BA5}" type="pres">
      <dgm:prSet presAssocID="{945D990B-4BB8-4479-9CF7-CDBD8904EE07}" presName="compNode" presStyleCnt="0"/>
      <dgm:spPr/>
    </dgm:pt>
    <dgm:pt modelId="{7B40198F-6231-4627-8EF4-F09FF5072EE4}" type="pres">
      <dgm:prSet presAssocID="{945D990B-4BB8-4479-9CF7-CDBD8904EE07}" presName="bgRect" presStyleLbl="bgShp" presStyleIdx="4" presStyleCnt="6"/>
      <dgm:spPr/>
    </dgm:pt>
    <dgm:pt modelId="{9DD6013A-AE9A-48EC-8BA5-6C9B585BC7ED}" type="pres">
      <dgm:prSet presAssocID="{945D990B-4BB8-4479-9CF7-CDBD8904EE0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B9A9778-D096-48D7-8A79-04624D84F752}" type="pres">
      <dgm:prSet presAssocID="{945D990B-4BB8-4479-9CF7-CDBD8904EE07}" presName="spaceRect" presStyleCnt="0"/>
      <dgm:spPr/>
    </dgm:pt>
    <dgm:pt modelId="{F2D50593-07EF-470F-9246-4357574BC5FC}" type="pres">
      <dgm:prSet presAssocID="{945D990B-4BB8-4479-9CF7-CDBD8904EE07}" presName="parTx" presStyleLbl="revTx" presStyleIdx="4" presStyleCnt="6">
        <dgm:presLayoutVars>
          <dgm:chMax val="0"/>
          <dgm:chPref val="0"/>
        </dgm:presLayoutVars>
      </dgm:prSet>
      <dgm:spPr/>
    </dgm:pt>
    <dgm:pt modelId="{BA3ABCA5-C9FA-46F7-B323-AE1914261F25}" type="pres">
      <dgm:prSet presAssocID="{F91781B6-33EB-4C61-8D9B-B81FFDA35722}" presName="sibTrans" presStyleCnt="0"/>
      <dgm:spPr/>
    </dgm:pt>
    <dgm:pt modelId="{D79B6B20-BAD7-4213-9639-8B16D69A92AD}" type="pres">
      <dgm:prSet presAssocID="{2E936151-B891-461F-A871-4EEAA56F7C72}" presName="compNode" presStyleCnt="0"/>
      <dgm:spPr/>
    </dgm:pt>
    <dgm:pt modelId="{F109B797-B409-4253-8468-14405DE25426}" type="pres">
      <dgm:prSet presAssocID="{2E936151-B891-461F-A871-4EEAA56F7C72}" presName="bgRect" presStyleLbl="bgShp" presStyleIdx="5" presStyleCnt="6"/>
      <dgm:spPr/>
    </dgm:pt>
    <dgm:pt modelId="{88C18C3D-FD86-42DF-9088-F45628CEDEB6}" type="pres">
      <dgm:prSet presAssocID="{2E936151-B891-461F-A871-4EEAA56F7C7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Face with No Fill"/>
        </a:ext>
      </dgm:extLst>
    </dgm:pt>
    <dgm:pt modelId="{4F1176C0-581B-4537-86A7-37952AA71CCF}" type="pres">
      <dgm:prSet presAssocID="{2E936151-B891-461F-A871-4EEAA56F7C72}" presName="spaceRect" presStyleCnt="0"/>
      <dgm:spPr/>
    </dgm:pt>
    <dgm:pt modelId="{6F72AB33-E2F2-4A83-A318-A4A9C385CC5D}" type="pres">
      <dgm:prSet presAssocID="{2E936151-B891-461F-A871-4EEAA56F7C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1E03F07-E462-E148-9E47-E40D34486406}" type="presOf" srcId="{B2EF1878-B490-47E6-BE09-F55273D0C50E}" destId="{B21B842F-BA20-4E86-870F-6AB04FC51476}" srcOrd="0" destOrd="0" presId="urn:microsoft.com/office/officeart/2018/2/layout/IconVerticalSolidList"/>
    <dgm:cxn modelId="{B438FA14-08CA-FE4D-A41D-0D52BAEF6356}" type="presOf" srcId="{781B1145-2308-488F-83E6-9A4453900E30}" destId="{01213396-D5EF-48F9-9AFE-FE478C1BDF97}" srcOrd="0" destOrd="0" presId="urn:microsoft.com/office/officeart/2018/2/layout/IconVerticalSolidList"/>
    <dgm:cxn modelId="{33925C1E-E3F1-7B49-9DBD-924B9D83935A}" type="presOf" srcId="{47CEDF45-25B6-4E61-B312-851E83CAE894}" destId="{EBA903D6-A655-4904-A3B5-1AE9AC769D7D}" srcOrd="0" destOrd="0" presId="urn:microsoft.com/office/officeart/2018/2/layout/IconVerticalSolidList"/>
    <dgm:cxn modelId="{83CA7426-923F-4791-A639-28F5C8361412}" srcId="{781B1145-2308-488F-83E6-9A4453900E30}" destId="{94EAE48C-9919-4F4F-B83C-704A3274C9F8}" srcOrd="2" destOrd="0" parTransId="{9658755B-4236-4514-AC08-31692583E9CC}" sibTransId="{013B266E-4C96-459D-8C5F-AC107AE45153}"/>
    <dgm:cxn modelId="{07C2A933-BFF5-47E1-8E0F-D606F785EF57}" srcId="{781B1145-2308-488F-83E6-9A4453900E30}" destId="{47CEDF45-25B6-4E61-B312-851E83CAE894}" srcOrd="0" destOrd="0" parTransId="{D90B095F-7278-4480-BF31-D66E96DFD4DD}" sibTransId="{6A137CE0-D372-417F-971E-905B00D26A97}"/>
    <dgm:cxn modelId="{0E829634-1516-D847-AF4B-0C019C5C0645}" type="presOf" srcId="{E9D337C9-154B-47A7-86D5-C8A61E01AA61}" destId="{69683D85-CFDB-4C9D-A9B6-FD3C885688B1}" srcOrd="0" destOrd="0" presId="urn:microsoft.com/office/officeart/2018/2/layout/IconVerticalSolidList"/>
    <dgm:cxn modelId="{28325C5E-F5A7-4635-A5E8-B7BD8391E601}" srcId="{781B1145-2308-488F-83E6-9A4453900E30}" destId="{945D990B-4BB8-4479-9CF7-CDBD8904EE07}" srcOrd="4" destOrd="0" parTransId="{CC9FDFB5-32F7-4215-87F8-F06F5DE0CA5A}" sibTransId="{F91781B6-33EB-4C61-8D9B-B81FFDA35722}"/>
    <dgm:cxn modelId="{44EDAA6B-DCD3-4A44-BBE4-50A2E13CE7C5}" type="presOf" srcId="{94EAE48C-9919-4F4F-B83C-704A3274C9F8}" destId="{A31FD5CD-7808-474C-9D37-F0C6E4CF0705}" srcOrd="0" destOrd="0" presId="urn:microsoft.com/office/officeart/2018/2/layout/IconVerticalSolidList"/>
    <dgm:cxn modelId="{8CBAC485-2BC1-6B4A-848E-541695500541}" type="presOf" srcId="{2E936151-B891-461F-A871-4EEAA56F7C72}" destId="{6F72AB33-E2F2-4A83-A318-A4A9C385CC5D}" srcOrd="0" destOrd="0" presId="urn:microsoft.com/office/officeart/2018/2/layout/IconVerticalSolidList"/>
    <dgm:cxn modelId="{867EDB97-5CA6-4BDB-902A-0C0AFB73D575}" srcId="{781B1145-2308-488F-83E6-9A4453900E30}" destId="{B2EF1878-B490-47E6-BE09-F55273D0C50E}" srcOrd="1" destOrd="0" parTransId="{6EF47D15-DFF9-4DC8-8ECC-3727B9A8FEA6}" sibTransId="{6755EEF4-9D7C-42B5-BFC3-683C69448E5D}"/>
    <dgm:cxn modelId="{76E9F9D6-400C-4AF5-8C2E-F7118B2E4D0F}" srcId="{781B1145-2308-488F-83E6-9A4453900E30}" destId="{2E936151-B891-461F-A871-4EEAA56F7C72}" srcOrd="5" destOrd="0" parTransId="{92AF9B12-8576-4C24-83DA-D9C7449B5847}" sibTransId="{CDBA8708-677A-43D6-B885-755B263FEBA6}"/>
    <dgm:cxn modelId="{8197F9D7-223F-A345-BA57-942C7BED0FC1}" type="presOf" srcId="{945D990B-4BB8-4479-9CF7-CDBD8904EE07}" destId="{F2D50593-07EF-470F-9246-4357574BC5FC}" srcOrd="0" destOrd="0" presId="urn:microsoft.com/office/officeart/2018/2/layout/IconVerticalSolidList"/>
    <dgm:cxn modelId="{E4F360DF-3FB6-4747-B90F-2AFAB3DAF1FB}" srcId="{781B1145-2308-488F-83E6-9A4453900E30}" destId="{E9D337C9-154B-47A7-86D5-C8A61E01AA61}" srcOrd="3" destOrd="0" parTransId="{64023BE2-D814-40EF-B586-5A9B503E2094}" sibTransId="{D4A48F57-0BBF-4881-9AA3-642869A23626}"/>
    <dgm:cxn modelId="{8ADE0904-1E71-3340-A67B-04E888C2D7A2}" type="presParOf" srcId="{01213396-D5EF-48F9-9AFE-FE478C1BDF97}" destId="{9F9B81E8-3E75-4E67-960C-C36D3EB28060}" srcOrd="0" destOrd="0" presId="urn:microsoft.com/office/officeart/2018/2/layout/IconVerticalSolidList"/>
    <dgm:cxn modelId="{891B3230-9E3C-DC43-97AC-120BDA1A6610}" type="presParOf" srcId="{9F9B81E8-3E75-4E67-960C-C36D3EB28060}" destId="{06D56CD2-A9D4-45FE-9B39-3385C10358B8}" srcOrd="0" destOrd="0" presId="urn:microsoft.com/office/officeart/2018/2/layout/IconVerticalSolidList"/>
    <dgm:cxn modelId="{84984347-9F61-6B4D-B282-5F1DBA5F5380}" type="presParOf" srcId="{9F9B81E8-3E75-4E67-960C-C36D3EB28060}" destId="{2F1D35E6-0890-43DB-9772-B1CE27662E60}" srcOrd="1" destOrd="0" presId="urn:microsoft.com/office/officeart/2018/2/layout/IconVerticalSolidList"/>
    <dgm:cxn modelId="{DE5B09EC-A952-504C-B4F9-5267916724DC}" type="presParOf" srcId="{9F9B81E8-3E75-4E67-960C-C36D3EB28060}" destId="{CA1F30DD-D96A-4495-9648-0CF90D45639E}" srcOrd="2" destOrd="0" presId="urn:microsoft.com/office/officeart/2018/2/layout/IconVerticalSolidList"/>
    <dgm:cxn modelId="{86E98700-C285-D746-AB96-D5B2E54B1E07}" type="presParOf" srcId="{9F9B81E8-3E75-4E67-960C-C36D3EB28060}" destId="{EBA903D6-A655-4904-A3B5-1AE9AC769D7D}" srcOrd="3" destOrd="0" presId="urn:microsoft.com/office/officeart/2018/2/layout/IconVerticalSolidList"/>
    <dgm:cxn modelId="{BC25B349-E431-B648-80C6-B341CC3EF21B}" type="presParOf" srcId="{01213396-D5EF-48F9-9AFE-FE478C1BDF97}" destId="{7CABD63B-219B-4F1D-BBDB-FA0D77807F98}" srcOrd="1" destOrd="0" presId="urn:microsoft.com/office/officeart/2018/2/layout/IconVerticalSolidList"/>
    <dgm:cxn modelId="{CF366CC1-2BDE-1C43-AEDE-CF8793F51694}" type="presParOf" srcId="{01213396-D5EF-48F9-9AFE-FE478C1BDF97}" destId="{437C0F56-DF3B-470A-8348-0FDD5F6F747F}" srcOrd="2" destOrd="0" presId="urn:microsoft.com/office/officeart/2018/2/layout/IconVerticalSolidList"/>
    <dgm:cxn modelId="{73B8B960-ED6E-4046-865F-52EB31DCE073}" type="presParOf" srcId="{437C0F56-DF3B-470A-8348-0FDD5F6F747F}" destId="{C2BB3ED6-5E7E-43C0-BDAD-E53C2A125C8D}" srcOrd="0" destOrd="0" presId="urn:microsoft.com/office/officeart/2018/2/layout/IconVerticalSolidList"/>
    <dgm:cxn modelId="{E68E483C-918E-1445-860C-7B22E10A6905}" type="presParOf" srcId="{437C0F56-DF3B-470A-8348-0FDD5F6F747F}" destId="{F91737F4-FE7D-4538-9E82-429E90AC1E86}" srcOrd="1" destOrd="0" presId="urn:microsoft.com/office/officeart/2018/2/layout/IconVerticalSolidList"/>
    <dgm:cxn modelId="{E2916BE9-CA87-5D4A-A6B6-B4D4F146D5FC}" type="presParOf" srcId="{437C0F56-DF3B-470A-8348-0FDD5F6F747F}" destId="{28C06A8D-7027-4CDE-809A-4008D7C30133}" srcOrd="2" destOrd="0" presId="urn:microsoft.com/office/officeart/2018/2/layout/IconVerticalSolidList"/>
    <dgm:cxn modelId="{33F5B3BB-3C1E-DA47-A113-4AAC4896CFA5}" type="presParOf" srcId="{437C0F56-DF3B-470A-8348-0FDD5F6F747F}" destId="{B21B842F-BA20-4E86-870F-6AB04FC51476}" srcOrd="3" destOrd="0" presId="urn:microsoft.com/office/officeart/2018/2/layout/IconVerticalSolidList"/>
    <dgm:cxn modelId="{CEA190C0-749B-7F4D-95B9-E172768F2629}" type="presParOf" srcId="{01213396-D5EF-48F9-9AFE-FE478C1BDF97}" destId="{89DC0911-8060-4D68-8E14-F0563A080E60}" srcOrd="3" destOrd="0" presId="urn:microsoft.com/office/officeart/2018/2/layout/IconVerticalSolidList"/>
    <dgm:cxn modelId="{FF7E9DB2-4158-AC42-BD45-FE98861A3C52}" type="presParOf" srcId="{01213396-D5EF-48F9-9AFE-FE478C1BDF97}" destId="{15EAFF4B-FFC6-45F2-9EFA-AD7C1354243B}" srcOrd="4" destOrd="0" presId="urn:microsoft.com/office/officeart/2018/2/layout/IconVerticalSolidList"/>
    <dgm:cxn modelId="{C8C052D9-BF4F-044D-9914-6AE263893253}" type="presParOf" srcId="{15EAFF4B-FFC6-45F2-9EFA-AD7C1354243B}" destId="{AC5A3174-FE77-4EFC-A72A-B374FA23E902}" srcOrd="0" destOrd="0" presId="urn:microsoft.com/office/officeart/2018/2/layout/IconVerticalSolidList"/>
    <dgm:cxn modelId="{197EADC7-D5F6-7A45-86B0-6E7E4BE8DA30}" type="presParOf" srcId="{15EAFF4B-FFC6-45F2-9EFA-AD7C1354243B}" destId="{D3BC3DC3-AD7F-4BF2-8CE0-FB03DD861D68}" srcOrd="1" destOrd="0" presId="urn:microsoft.com/office/officeart/2018/2/layout/IconVerticalSolidList"/>
    <dgm:cxn modelId="{9A2D1EB7-D05B-2F40-A212-9960909F3F84}" type="presParOf" srcId="{15EAFF4B-FFC6-45F2-9EFA-AD7C1354243B}" destId="{D8508733-C163-4BD3-92F9-BF5B30173DB8}" srcOrd="2" destOrd="0" presId="urn:microsoft.com/office/officeart/2018/2/layout/IconVerticalSolidList"/>
    <dgm:cxn modelId="{CF4C85D6-3850-8848-A6B4-54527FAFB551}" type="presParOf" srcId="{15EAFF4B-FFC6-45F2-9EFA-AD7C1354243B}" destId="{A31FD5CD-7808-474C-9D37-F0C6E4CF0705}" srcOrd="3" destOrd="0" presId="urn:microsoft.com/office/officeart/2018/2/layout/IconVerticalSolidList"/>
    <dgm:cxn modelId="{D5708F06-9381-954C-B7EC-C9A04898DE6A}" type="presParOf" srcId="{01213396-D5EF-48F9-9AFE-FE478C1BDF97}" destId="{DB51AFDE-9E84-4C50-87ED-40A4A683499A}" srcOrd="5" destOrd="0" presId="urn:microsoft.com/office/officeart/2018/2/layout/IconVerticalSolidList"/>
    <dgm:cxn modelId="{9FE539FD-99F4-694F-B20C-78B1ADA2EFA3}" type="presParOf" srcId="{01213396-D5EF-48F9-9AFE-FE478C1BDF97}" destId="{73A872F6-44A5-4958-82B2-A5A4EF81ABA4}" srcOrd="6" destOrd="0" presId="urn:microsoft.com/office/officeart/2018/2/layout/IconVerticalSolidList"/>
    <dgm:cxn modelId="{A8D2C6B6-1D01-A740-B3C5-50335C2AA03F}" type="presParOf" srcId="{73A872F6-44A5-4958-82B2-A5A4EF81ABA4}" destId="{044E8583-BE39-45B4-98B9-3F912FE8B84B}" srcOrd="0" destOrd="0" presId="urn:microsoft.com/office/officeart/2018/2/layout/IconVerticalSolidList"/>
    <dgm:cxn modelId="{90DECB91-79CA-F948-987B-E58430B33D4D}" type="presParOf" srcId="{73A872F6-44A5-4958-82B2-A5A4EF81ABA4}" destId="{3E572DF9-D845-4391-A66F-2A6407B6930F}" srcOrd="1" destOrd="0" presId="urn:microsoft.com/office/officeart/2018/2/layout/IconVerticalSolidList"/>
    <dgm:cxn modelId="{96C98D13-20F9-0548-9AAC-4E524A1A4B1E}" type="presParOf" srcId="{73A872F6-44A5-4958-82B2-A5A4EF81ABA4}" destId="{A6B6E0F2-8560-4CFF-97B1-C0C2C7D27229}" srcOrd="2" destOrd="0" presId="urn:microsoft.com/office/officeart/2018/2/layout/IconVerticalSolidList"/>
    <dgm:cxn modelId="{077C7096-4BA5-4146-888F-D00B8FFA08B0}" type="presParOf" srcId="{73A872F6-44A5-4958-82B2-A5A4EF81ABA4}" destId="{69683D85-CFDB-4C9D-A9B6-FD3C885688B1}" srcOrd="3" destOrd="0" presId="urn:microsoft.com/office/officeart/2018/2/layout/IconVerticalSolidList"/>
    <dgm:cxn modelId="{2207C278-3783-2147-9B45-3DC05DD29062}" type="presParOf" srcId="{01213396-D5EF-48F9-9AFE-FE478C1BDF97}" destId="{C5033219-E1A7-4B14-8D9C-1E44A9D324DE}" srcOrd="7" destOrd="0" presId="urn:microsoft.com/office/officeart/2018/2/layout/IconVerticalSolidList"/>
    <dgm:cxn modelId="{C0FC86EF-EBFA-7441-B509-52E4082AECCA}" type="presParOf" srcId="{01213396-D5EF-48F9-9AFE-FE478C1BDF97}" destId="{E60B85F1-6837-4F9D-B89A-3571DE991BA5}" srcOrd="8" destOrd="0" presId="urn:microsoft.com/office/officeart/2018/2/layout/IconVerticalSolidList"/>
    <dgm:cxn modelId="{C2E91B48-FA5A-FE4C-A10F-EF807C19F314}" type="presParOf" srcId="{E60B85F1-6837-4F9D-B89A-3571DE991BA5}" destId="{7B40198F-6231-4627-8EF4-F09FF5072EE4}" srcOrd="0" destOrd="0" presId="urn:microsoft.com/office/officeart/2018/2/layout/IconVerticalSolidList"/>
    <dgm:cxn modelId="{FA2F6FF0-6102-9047-BCB5-17EC6C1C55F9}" type="presParOf" srcId="{E60B85F1-6837-4F9D-B89A-3571DE991BA5}" destId="{9DD6013A-AE9A-48EC-8BA5-6C9B585BC7ED}" srcOrd="1" destOrd="0" presId="urn:microsoft.com/office/officeart/2018/2/layout/IconVerticalSolidList"/>
    <dgm:cxn modelId="{32B2D5D0-5E97-474C-B5E9-DEAE7743ABDB}" type="presParOf" srcId="{E60B85F1-6837-4F9D-B89A-3571DE991BA5}" destId="{0B9A9778-D096-48D7-8A79-04624D84F752}" srcOrd="2" destOrd="0" presId="urn:microsoft.com/office/officeart/2018/2/layout/IconVerticalSolidList"/>
    <dgm:cxn modelId="{9ED042F3-1F12-044B-A9BD-62E81876F9E1}" type="presParOf" srcId="{E60B85F1-6837-4F9D-B89A-3571DE991BA5}" destId="{F2D50593-07EF-470F-9246-4357574BC5FC}" srcOrd="3" destOrd="0" presId="urn:microsoft.com/office/officeart/2018/2/layout/IconVerticalSolidList"/>
    <dgm:cxn modelId="{405DABE8-8696-9847-809D-CEDCE188B90E}" type="presParOf" srcId="{01213396-D5EF-48F9-9AFE-FE478C1BDF97}" destId="{BA3ABCA5-C9FA-46F7-B323-AE1914261F25}" srcOrd="9" destOrd="0" presId="urn:microsoft.com/office/officeart/2018/2/layout/IconVerticalSolidList"/>
    <dgm:cxn modelId="{23D594A7-4218-8D4A-BB3E-9D4C1C509FBE}" type="presParOf" srcId="{01213396-D5EF-48F9-9AFE-FE478C1BDF97}" destId="{D79B6B20-BAD7-4213-9639-8B16D69A92AD}" srcOrd="10" destOrd="0" presId="urn:microsoft.com/office/officeart/2018/2/layout/IconVerticalSolidList"/>
    <dgm:cxn modelId="{E181AE27-FF79-184E-8F85-217EAE8D99AC}" type="presParOf" srcId="{D79B6B20-BAD7-4213-9639-8B16D69A92AD}" destId="{F109B797-B409-4253-8468-14405DE25426}" srcOrd="0" destOrd="0" presId="urn:microsoft.com/office/officeart/2018/2/layout/IconVerticalSolidList"/>
    <dgm:cxn modelId="{89C311A8-22BE-5D4A-A8E6-2E309D011C47}" type="presParOf" srcId="{D79B6B20-BAD7-4213-9639-8B16D69A92AD}" destId="{88C18C3D-FD86-42DF-9088-F45628CEDEB6}" srcOrd="1" destOrd="0" presId="urn:microsoft.com/office/officeart/2018/2/layout/IconVerticalSolidList"/>
    <dgm:cxn modelId="{54C9F823-7155-E043-9B71-D7092E6589B2}" type="presParOf" srcId="{D79B6B20-BAD7-4213-9639-8B16D69A92AD}" destId="{4F1176C0-581B-4537-86A7-37952AA71CCF}" srcOrd="2" destOrd="0" presId="urn:microsoft.com/office/officeart/2018/2/layout/IconVerticalSolidList"/>
    <dgm:cxn modelId="{D6B2F0D9-B7F9-4E40-ADA5-A92D8BBA6CC9}" type="presParOf" srcId="{D79B6B20-BAD7-4213-9639-8B16D69A92AD}" destId="{6F72AB33-E2F2-4A83-A318-A4A9C385CC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58BAB7-9921-4FF9-A98E-336687F86B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FD9766-FE94-4C1F-98F4-69131D43BF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Upload documents (PDFs, PowerPoints, Word docs, research papers)</a:t>
          </a:r>
          <a:endParaRPr lang="en-US" dirty="0"/>
        </a:p>
      </dgm:t>
    </dgm:pt>
    <dgm:pt modelId="{0FC835A3-4691-4893-A0F5-AE035824882D}" type="parTrans" cxnId="{21231D4F-FD7A-4C9C-A9E8-7AE91B1FED5C}">
      <dgm:prSet/>
      <dgm:spPr/>
      <dgm:t>
        <a:bodyPr/>
        <a:lstStyle/>
        <a:p>
          <a:endParaRPr lang="en-US"/>
        </a:p>
      </dgm:t>
    </dgm:pt>
    <dgm:pt modelId="{188C7BBA-2995-4C35-B15C-A66C49C0614C}" type="sibTrans" cxnId="{21231D4F-FD7A-4C9C-A9E8-7AE91B1FED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54CB97-79FC-4B8B-84B8-B62020C26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AI generates flashcards, quizzes, and study guides automatically</a:t>
          </a:r>
          <a:endParaRPr lang="en-US" dirty="0"/>
        </a:p>
      </dgm:t>
    </dgm:pt>
    <dgm:pt modelId="{5319B713-8F4E-4830-AA8E-0075E3A0253A}" type="parTrans" cxnId="{A4992282-E9B7-4D96-83CE-36FC64F179D5}">
      <dgm:prSet/>
      <dgm:spPr/>
      <dgm:t>
        <a:bodyPr/>
        <a:lstStyle/>
        <a:p>
          <a:endParaRPr lang="en-US"/>
        </a:p>
      </dgm:t>
    </dgm:pt>
    <dgm:pt modelId="{A712DDF6-B5C6-477B-BA7C-F8F5D2199E5F}" type="sibTrans" cxnId="{A4992282-E9B7-4D96-83CE-36FC64F179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38BF50-FFAB-46D5-8D3C-AAE6C70562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Chat with AI about your specific materials</a:t>
          </a:r>
          <a:endParaRPr lang="en-US" dirty="0"/>
        </a:p>
      </dgm:t>
    </dgm:pt>
    <dgm:pt modelId="{DCAE36C0-EAD6-45A1-A5FD-A9D140897EAA}" type="parTrans" cxnId="{531E3659-EFFA-4A27-B2A0-36ECDB01D440}">
      <dgm:prSet/>
      <dgm:spPr/>
      <dgm:t>
        <a:bodyPr/>
        <a:lstStyle/>
        <a:p>
          <a:endParaRPr lang="en-US"/>
        </a:p>
      </dgm:t>
    </dgm:pt>
    <dgm:pt modelId="{AF2ACCFB-F609-4131-ACE3-60383CED3985}" type="sibTrans" cxnId="{531E3659-EFFA-4A27-B2A0-36ECDB01D4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096696-1388-4547-8DE6-41A9235224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Spaced repetition system for long-term retention</a:t>
          </a:r>
          <a:endParaRPr lang="en-US" dirty="0"/>
        </a:p>
      </dgm:t>
    </dgm:pt>
    <dgm:pt modelId="{42E860FD-2F0D-46DB-A3FB-5B35C233B5FE}" type="parTrans" cxnId="{25EFE5F5-CC2C-4796-9846-FA4204752A83}">
      <dgm:prSet/>
      <dgm:spPr/>
      <dgm:t>
        <a:bodyPr/>
        <a:lstStyle/>
        <a:p>
          <a:endParaRPr lang="en-US"/>
        </a:p>
      </dgm:t>
    </dgm:pt>
    <dgm:pt modelId="{29FBCA54-B417-4EF9-B012-0E168BF96178}" type="sibTrans" cxnId="{25EFE5F5-CC2C-4796-9846-FA4204752A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EBEBDA-76BB-4860-B9D6-9E12A1B00E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Track progress and master concepts over time</a:t>
          </a:r>
          <a:endParaRPr lang="en-US" dirty="0"/>
        </a:p>
      </dgm:t>
    </dgm:pt>
    <dgm:pt modelId="{889E1357-153A-4FB6-B820-761CEA2B2296}" type="parTrans" cxnId="{7C39C93F-04CD-4C36-9442-4ED49BECF37A}">
      <dgm:prSet/>
      <dgm:spPr/>
      <dgm:t>
        <a:bodyPr/>
        <a:lstStyle/>
        <a:p>
          <a:endParaRPr lang="en-US"/>
        </a:p>
      </dgm:t>
    </dgm:pt>
    <dgm:pt modelId="{D105C699-6A6B-43F2-91E6-2B41C21D7B1D}" type="sibTrans" cxnId="{7C39C93F-04CD-4C36-9442-4ED49BECF37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D4BA05-70A8-4379-8FF3-B0F3058745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We bridge the gap between understanding content and truly mastering it</a:t>
          </a:r>
          <a:endParaRPr lang="en-US"/>
        </a:p>
      </dgm:t>
    </dgm:pt>
    <dgm:pt modelId="{84E36513-3DCE-4070-8D18-164FCE386819}" type="parTrans" cxnId="{91CB5993-187D-4E6E-99FC-EEA89F3D84C6}">
      <dgm:prSet/>
      <dgm:spPr/>
      <dgm:t>
        <a:bodyPr/>
        <a:lstStyle/>
        <a:p>
          <a:endParaRPr lang="en-US"/>
        </a:p>
      </dgm:t>
    </dgm:pt>
    <dgm:pt modelId="{237BD446-F8AD-4BDA-ADEE-A23831D93557}" type="sibTrans" cxnId="{91CB5993-187D-4E6E-99FC-EEA89F3D84C6}">
      <dgm:prSet/>
      <dgm:spPr/>
      <dgm:t>
        <a:bodyPr/>
        <a:lstStyle/>
        <a:p>
          <a:endParaRPr lang="en-US"/>
        </a:p>
      </dgm:t>
    </dgm:pt>
    <dgm:pt modelId="{923AE00C-FA3E-476D-AE9A-DD481D3F53D7}" type="pres">
      <dgm:prSet presAssocID="{7758BAB7-9921-4FF9-A98E-336687F86B7F}" presName="root" presStyleCnt="0">
        <dgm:presLayoutVars>
          <dgm:dir/>
          <dgm:resizeHandles val="exact"/>
        </dgm:presLayoutVars>
      </dgm:prSet>
      <dgm:spPr/>
    </dgm:pt>
    <dgm:pt modelId="{61CB799B-266B-4350-ACFA-1F23D50B4A0B}" type="pres">
      <dgm:prSet presAssocID="{7758BAB7-9921-4FF9-A98E-336687F86B7F}" presName="container" presStyleCnt="0">
        <dgm:presLayoutVars>
          <dgm:dir/>
          <dgm:resizeHandles val="exact"/>
        </dgm:presLayoutVars>
      </dgm:prSet>
      <dgm:spPr/>
    </dgm:pt>
    <dgm:pt modelId="{1DA036C1-A9A9-4E8B-9F84-088FEF9EC55F}" type="pres">
      <dgm:prSet presAssocID="{A1FD9766-FE94-4C1F-98F4-69131D43BFDB}" presName="compNode" presStyleCnt="0"/>
      <dgm:spPr/>
    </dgm:pt>
    <dgm:pt modelId="{001CD647-FC1E-4D9E-B236-630D44D4C241}" type="pres">
      <dgm:prSet presAssocID="{A1FD9766-FE94-4C1F-98F4-69131D43BFDB}" presName="iconBgRect" presStyleLbl="bgShp" presStyleIdx="0" presStyleCnt="6"/>
      <dgm:spPr/>
    </dgm:pt>
    <dgm:pt modelId="{41AAEDB1-F1CE-40FF-94E2-A24E04B36EF2}" type="pres">
      <dgm:prSet presAssocID="{A1FD9766-FE94-4C1F-98F4-69131D43BFD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DBFC0FBE-2ABE-423A-B96D-925D067A4C30}" type="pres">
      <dgm:prSet presAssocID="{A1FD9766-FE94-4C1F-98F4-69131D43BFDB}" presName="spaceRect" presStyleCnt="0"/>
      <dgm:spPr/>
    </dgm:pt>
    <dgm:pt modelId="{3EB6EBCA-3D81-4F78-80DC-B1AE1493E487}" type="pres">
      <dgm:prSet presAssocID="{A1FD9766-FE94-4C1F-98F4-69131D43BFDB}" presName="textRect" presStyleLbl="revTx" presStyleIdx="0" presStyleCnt="6">
        <dgm:presLayoutVars>
          <dgm:chMax val="1"/>
          <dgm:chPref val="1"/>
        </dgm:presLayoutVars>
      </dgm:prSet>
      <dgm:spPr/>
    </dgm:pt>
    <dgm:pt modelId="{BB75E2FC-DA8F-459B-8F8E-945957D65D3A}" type="pres">
      <dgm:prSet presAssocID="{188C7BBA-2995-4C35-B15C-A66C49C0614C}" presName="sibTrans" presStyleLbl="sibTrans2D1" presStyleIdx="0" presStyleCnt="0"/>
      <dgm:spPr/>
    </dgm:pt>
    <dgm:pt modelId="{1CCC08FC-F117-4AF5-B632-367493F3A01A}" type="pres">
      <dgm:prSet presAssocID="{BA54CB97-79FC-4B8B-84B8-B62020C26065}" presName="compNode" presStyleCnt="0"/>
      <dgm:spPr/>
    </dgm:pt>
    <dgm:pt modelId="{0C2C53A9-C468-4428-93E3-1B51BC7A8053}" type="pres">
      <dgm:prSet presAssocID="{BA54CB97-79FC-4B8B-84B8-B62020C26065}" presName="iconBgRect" presStyleLbl="bgShp" presStyleIdx="1" presStyleCnt="6"/>
      <dgm:spPr/>
    </dgm:pt>
    <dgm:pt modelId="{746FC03C-2AEA-4CE1-A6D1-89C1069C2E51}" type="pres">
      <dgm:prSet presAssocID="{BA54CB97-79FC-4B8B-84B8-B62020C2606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7D4987-F36A-425A-A502-90C91B234EDB}" type="pres">
      <dgm:prSet presAssocID="{BA54CB97-79FC-4B8B-84B8-B62020C26065}" presName="spaceRect" presStyleCnt="0"/>
      <dgm:spPr/>
    </dgm:pt>
    <dgm:pt modelId="{2CF03950-187A-4FE6-824D-8CA207F5CEFA}" type="pres">
      <dgm:prSet presAssocID="{BA54CB97-79FC-4B8B-84B8-B62020C26065}" presName="textRect" presStyleLbl="revTx" presStyleIdx="1" presStyleCnt="6">
        <dgm:presLayoutVars>
          <dgm:chMax val="1"/>
          <dgm:chPref val="1"/>
        </dgm:presLayoutVars>
      </dgm:prSet>
      <dgm:spPr/>
    </dgm:pt>
    <dgm:pt modelId="{289F127F-85B3-43A1-9F93-4C7784303A97}" type="pres">
      <dgm:prSet presAssocID="{A712DDF6-B5C6-477B-BA7C-F8F5D2199E5F}" presName="sibTrans" presStyleLbl="sibTrans2D1" presStyleIdx="0" presStyleCnt="0"/>
      <dgm:spPr/>
    </dgm:pt>
    <dgm:pt modelId="{E3E8B227-2E9B-4C9D-AE95-3D58E9668599}" type="pres">
      <dgm:prSet presAssocID="{2038BF50-FFAB-46D5-8D3C-AAE6C70562F6}" presName="compNode" presStyleCnt="0"/>
      <dgm:spPr/>
    </dgm:pt>
    <dgm:pt modelId="{437DEC9F-8A6E-4451-8AC0-6DD1AD0A3E3D}" type="pres">
      <dgm:prSet presAssocID="{2038BF50-FFAB-46D5-8D3C-AAE6C70562F6}" presName="iconBgRect" presStyleLbl="bgShp" presStyleIdx="2" presStyleCnt="6"/>
      <dgm:spPr/>
    </dgm:pt>
    <dgm:pt modelId="{96870897-785C-4801-AE2E-785C2940A143}" type="pres">
      <dgm:prSet presAssocID="{2038BF50-FFAB-46D5-8D3C-AAE6C70562F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2CE580D-CD40-469C-867E-288BED1E1264}" type="pres">
      <dgm:prSet presAssocID="{2038BF50-FFAB-46D5-8D3C-AAE6C70562F6}" presName="spaceRect" presStyleCnt="0"/>
      <dgm:spPr/>
    </dgm:pt>
    <dgm:pt modelId="{5CB4BE48-B626-4FF4-99C5-0D3C16AA73C1}" type="pres">
      <dgm:prSet presAssocID="{2038BF50-FFAB-46D5-8D3C-AAE6C70562F6}" presName="textRect" presStyleLbl="revTx" presStyleIdx="2" presStyleCnt="6">
        <dgm:presLayoutVars>
          <dgm:chMax val="1"/>
          <dgm:chPref val="1"/>
        </dgm:presLayoutVars>
      </dgm:prSet>
      <dgm:spPr/>
    </dgm:pt>
    <dgm:pt modelId="{38586919-8CD3-4F51-A940-C6D6CD56E7C5}" type="pres">
      <dgm:prSet presAssocID="{AF2ACCFB-F609-4131-ACE3-60383CED3985}" presName="sibTrans" presStyleLbl="sibTrans2D1" presStyleIdx="0" presStyleCnt="0"/>
      <dgm:spPr/>
    </dgm:pt>
    <dgm:pt modelId="{42E2267E-715B-4596-8829-ED8348806BF2}" type="pres">
      <dgm:prSet presAssocID="{B9096696-1388-4547-8DE6-41A923522457}" presName="compNode" presStyleCnt="0"/>
      <dgm:spPr/>
    </dgm:pt>
    <dgm:pt modelId="{2B924107-8235-412C-AA9C-7B501C04FD71}" type="pres">
      <dgm:prSet presAssocID="{B9096696-1388-4547-8DE6-41A923522457}" presName="iconBgRect" presStyleLbl="bgShp" presStyleIdx="3" presStyleCnt="6"/>
      <dgm:spPr/>
    </dgm:pt>
    <dgm:pt modelId="{9BE36ABA-AC2D-4574-BE35-6856E7746714}" type="pres">
      <dgm:prSet presAssocID="{B9096696-1388-4547-8DE6-41A92352245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D79AE146-3708-49DF-A230-AA15BF763E70}" type="pres">
      <dgm:prSet presAssocID="{B9096696-1388-4547-8DE6-41A923522457}" presName="spaceRect" presStyleCnt="0"/>
      <dgm:spPr/>
    </dgm:pt>
    <dgm:pt modelId="{AA8B1B2B-8B87-4EA4-801C-4CCB48D5A40B}" type="pres">
      <dgm:prSet presAssocID="{B9096696-1388-4547-8DE6-41A923522457}" presName="textRect" presStyleLbl="revTx" presStyleIdx="3" presStyleCnt="6">
        <dgm:presLayoutVars>
          <dgm:chMax val="1"/>
          <dgm:chPref val="1"/>
        </dgm:presLayoutVars>
      </dgm:prSet>
      <dgm:spPr/>
    </dgm:pt>
    <dgm:pt modelId="{6912ACC2-509F-4795-AD0C-FC3078C5FFE9}" type="pres">
      <dgm:prSet presAssocID="{29FBCA54-B417-4EF9-B012-0E168BF96178}" presName="sibTrans" presStyleLbl="sibTrans2D1" presStyleIdx="0" presStyleCnt="0"/>
      <dgm:spPr/>
    </dgm:pt>
    <dgm:pt modelId="{1E2E6E2B-B321-420E-8A0B-9C7548B1E978}" type="pres">
      <dgm:prSet presAssocID="{3FEBEBDA-76BB-4860-B9D6-9E12A1B00EEC}" presName="compNode" presStyleCnt="0"/>
      <dgm:spPr/>
    </dgm:pt>
    <dgm:pt modelId="{58123CF1-4152-493D-9057-54E4D520070F}" type="pres">
      <dgm:prSet presAssocID="{3FEBEBDA-76BB-4860-B9D6-9E12A1B00EEC}" presName="iconBgRect" presStyleLbl="bgShp" presStyleIdx="4" presStyleCnt="6"/>
      <dgm:spPr/>
    </dgm:pt>
    <dgm:pt modelId="{0BD3B49B-D697-4826-88EC-066F37D52CA3}" type="pres">
      <dgm:prSet presAssocID="{3FEBEBDA-76BB-4860-B9D6-9E12A1B00EE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273E74A-59B0-46A0-B5C2-01FEB9A78C64}" type="pres">
      <dgm:prSet presAssocID="{3FEBEBDA-76BB-4860-B9D6-9E12A1B00EEC}" presName="spaceRect" presStyleCnt="0"/>
      <dgm:spPr/>
    </dgm:pt>
    <dgm:pt modelId="{1A94A469-E22F-4D47-9D97-D29FFBEE9F04}" type="pres">
      <dgm:prSet presAssocID="{3FEBEBDA-76BB-4860-B9D6-9E12A1B00EEC}" presName="textRect" presStyleLbl="revTx" presStyleIdx="4" presStyleCnt="6">
        <dgm:presLayoutVars>
          <dgm:chMax val="1"/>
          <dgm:chPref val="1"/>
        </dgm:presLayoutVars>
      </dgm:prSet>
      <dgm:spPr/>
    </dgm:pt>
    <dgm:pt modelId="{F23ADD9E-129D-4DF9-87DB-C850C0F0349F}" type="pres">
      <dgm:prSet presAssocID="{D105C699-6A6B-43F2-91E6-2B41C21D7B1D}" presName="sibTrans" presStyleLbl="sibTrans2D1" presStyleIdx="0" presStyleCnt="0"/>
      <dgm:spPr/>
    </dgm:pt>
    <dgm:pt modelId="{F244B1D7-2210-4766-A703-F598DCD19100}" type="pres">
      <dgm:prSet presAssocID="{2FD4BA05-70A8-4379-8FF3-B0F305874576}" presName="compNode" presStyleCnt="0"/>
      <dgm:spPr/>
    </dgm:pt>
    <dgm:pt modelId="{54462B6E-7FD2-44E6-A475-58DA9EFB3676}" type="pres">
      <dgm:prSet presAssocID="{2FD4BA05-70A8-4379-8FF3-B0F305874576}" presName="iconBgRect" presStyleLbl="bgShp" presStyleIdx="5" presStyleCnt="6"/>
      <dgm:spPr/>
    </dgm:pt>
    <dgm:pt modelId="{037F6276-D125-4B0A-B544-EBD8ADCE4C5E}" type="pres">
      <dgm:prSet presAssocID="{2FD4BA05-70A8-4379-8FF3-B0F30587457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2BF1643-F2F5-4D51-836B-B250FCEC2215}" type="pres">
      <dgm:prSet presAssocID="{2FD4BA05-70A8-4379-8FF3-B0F305874576}" presName="spaceRect" presStyleCnt="0"/>
      <dgm:spPr/>
    </dgm:pt>
    <dgm:pt modelId="{912A7C49-9DC1-4EA1-A7A5-F24A1CC3344F}" type="pres">
      <dgm:prSet presAssocID="{2FD4BA05-70A8-4379-8FF3-B0F30587457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2D6F91B-2845-CA4C-9380-AF27FE69635D}" type="presOf" srcId="{A1FD9766-FE94-4C1F-98F4-69131D43BFDB}" destId="{3EB6EBCA-3D81-4F78-80DC-B1AE1493E487}" srcOrd="0" destOrd="0" presId="urn:microsoft.com/office/officeart/2018/2/layout/IconCircleList"/>
    <dgm:cxn modelId="{7C39C93F-04CD-4C36-9442-4ED49BECF37A}" srcId="{7758BAB7-9921-4FF9-A98E-336687F86B7F}" destId="{3FEBEBDA-76BB-4860-B9D6-9E12A1B00EEC}" srcOrd="4" destOrd="0" parTransId="{889E1357-153A-4FB6-B820-761CEA2B2296}" sibTransId="{D105C699-6A6B-43F2-91E6-2B41C21D7B1D}"/>
    <dgm:cxn modelId="{21231D4F-FD7A-4C9C-A9E8-7AE91B1FED5C}" srcId="{7758BAB7-9921-4FF9-A98E-336687F86B7F}" destId="{A1FD9766-FE94-4C1F-98F4-69131D43BFDB}" srcOrd="0" destOrd="0" parTransId="{0FC835A3-4691-4893-A0F5-AE035824882D}" sibTransId="{188C7BBA-2995-4C35-B15C-A66C49C0614C}"/>
    <dgm:cxn modelId="{531E3659-EFFA-4A27-B2A0-36ECDB01D440}" srcId="{7758BAB7-9921-4FF9-A98E-336687F86B7F}" destId="{2038BF50-FFAB-46D5-8D3C-AAE6C70562F6}" srcOrd="2" destOrd="0" parTransId="{DCAE36C0-EAD6-45A1-A5FD-A9D140897EAA}" sibTransId="{AF2ACCFB-F609-4131-ACE3-60383CED3985}"/>
    <dgm:cxn modelId="{943F725C-5AF5-CE40-98C3-6DCBAD7C3603}" type="presOf" srcId="{BA54CB97-79FC-4B8B-84B8-B62020C26065}" destId="{2CF03950-187A-4FE6-824D-8CA207F5CEFA}" srcOrd="0" destOrd="0" presId="urn:microsoft.com/office/officeart/2018/2/layout/IconCircleList"/>
    <dgm:cxn modelId="{43A6AD66-5F9B-3B4A-9570-DF8017F1C5F7}" type="presOf" srcId="{188C7BBA-2995-4C35-B15C-A66C49C0614C}" destId="{BB75E2FC-DA8F-459B-8F8E-945957D65D3A}" srcOrd="0" destOrd="0" presId="urn:microsoft.com/office/officeart/2018/2/layout/IconCircleList"/>
    <dgm:cxn modelId="{DE137281-6CCB-8941-A613-075723496079}" type="presOf" srcId="{7758BAB7-9921-4FF9-A98E-336687F86B7F}" destId="{923AE00C-FA3E-476D-AE9A-DD481D3F53D7}" srcOrd="0" destOrd="0" presId="urn:microsoft.com/office/officeart/2018/2/layout/IconCircleList"/>
    <dgm:cxn modelId="{A4992282-E9B7-4D96-83CE-36FC64F179D5}" srcId="{7758BAB7-9921-4FF9-A98E-336687F86B7F}" destId="{BA54CB97-79FC-4B8B-84B8-B62020C26065}" srcOrd="1" destOrd="0" parTransId="{5319B713-8F4E-4830-AA8E-0075E3A0253A}" sibTransId="{A712DDF6-B5C6-477B-BA7C-F8F5D2199E5F}"/>
    <dgm:cxn modelId="{91CB5993-187D-4E6E-99FC-EEA89F3D84C6}" srcId="{7758BAB7-9921-4FF9-A98E-336687F86B7F}" destId="{2FD4BA05-70A8-4379-8FF3-B0F305874576}" srcOrd="5" destOrd="0" parTransId="{84E36513-3DCE-4070-8D18-164FCE386819}" sibTransId="{237BD446-F8AD-4BDA-ADEE-A23831D93557}"/>
    <dgm:cxn modelId="{E5CA079B-E898-DA47-8A47-25D7343258EB}" type="presOf" srcId="{A712DDF6-B5C6-477B-BA7C-F8F5D2199E5F}" destId="{289F127F-85B3-43A1-9F93-4C7784303A97}" srcOrd="0" destOrd="0" presId="urn:microsoft.com/office/officeart/2018/2/layout/IconCircleList"/>
    <dgm:cxn modelId="{073353C3-3FF9-0D47-87AE-641020C9712D}" type="presOf" srcId="{2FD4BA05-70A8-4379-8FF3-B0F305874576}" destId="{912A7C49-9DC1-4EA1-A7A5-F24A1CC3344F}" srcOrd="0" destOrd="0" presId="urn:microsoft.com/office/officeart/2018/2/layout/IconCircleList"/>
    <dgm:cxn modelId="{2EB38BC5-1DA2-BB4A-819B-F1888EA4675F}" type="presOf" srcId="{3FEBEBDA-76BB-4860-B9D6-9E12A1B00EEC}" destId="{1A94A469-E22F-4D47-9D97-D29FFBEE9F04}" srcOrd="0" destOrd="0" presId="urn:microsoft.com/office/officeart/2018/2/layout/IconCircleList"/>
    <dgm:cxn modelId="{FBC993D9-36C7-D346-B6FD-AC3610B3D97A}" type="presOf" srcId="{B9096696-1388-4547-8DE6-41A923522457}" destId="{AA8B1B2B-8B87-4EA4-801C-4CCB48D5A40B}" srcOrd="0" destOrd="0" presId="urn:microsoft.com/office/officeart/2018/2/layout/IconCircleList"/>
    <dgm:cxn modelId="{B5389AED-268C-1447-9DCB-56D4408963D1}" type="presOf" srcId="{2038BF50-FFAB-46D5-8D3C-AAE6C70562F6}" destId="{5CB4BE48-B626-4FF4-99C5-0D3C16AA73C1}" srcOrd="0" destOrd="0" presId="urn:microsoft.com/office/officeart/2018/2/layout/IconCircleList"/>
    <dgm:cxn modelId="{7B4639F3-88AC-F34E-ACD3-2CBB7F8B9050}" type="presOf" srcId="{D105C699-6A6B-43F2-91E6-2B41C21D7B1D}" destId="{F23ADD9E-129D-4DF9-87DB-C850C0F0349F}" srcOrd="0" destOrd="0" presId="urn:microsoft.com/office/officeart/2018/2/layout/IconCircleList"/>
    <dgm:cxn modelId="{25EFE5F5-CC2C-4796-9846-FA4204752A83}" srcId="{7758BAB7-9921-4FF9-A98E-336687F86B7F}" destId="{B9096696-1388-4547-8DE6-41A923522457}" srcOrd="3" destOrd="0" parTransId="{42E860FD-2F0D-46DB-A3FB-5B35C233B5FE}" sibTransId="{29FBCA54-B417-4EF9-B012-0E168BF96178}"/>
    <dgm:cxn modelId="{032EFEF9-26D6-CF4D-AFC2-5C6A98A11C4F}" type="presOf" srcId="{29FBCA54-B417-4EF9-B012-0E168BF96178}" destId="{6912ACC2-509F-4795-AD0C-FC3078C5FFE9}" srcOrd="0" destOrd="0" presId="urn:microsoft.com/office/officeart/2018/2/layout/IconCircleList"/>
    <dgm:cxn modelId="{6DCB97FD-DFA8-B64B-94CA-17F42E8CD5E0}" type="presOf" srcId="{AF2ACCFB-F609-4131-ACE3-60383CED3985}" destId="{38586919-8CD3-4F51-A940-C6D6CD56E7C5}" srcOrd="0" destOrd="0" presId="urn:microsoft.com/office/officeart/2018/2/layout/IconCircleList"/>
    <dgm:cxn modelId="{6337ABF3-F865-0F4F-9FA8-738DCFBC904C}" type="presParOf" srcId="{923AE00C-FA3E-476D-AE9A-DD481D3F53D7}" destId="{61CB799B-266B-4350-ACFA-1F23D50B4A0B}" srcOrd="0" destOrd="0" presId="urn:microsoft.com/office/officeart/2018/2/layout/IconCircleList"/>
    <dgm:cxn modelId="{7F3ACFEE-03C6-F64D-93D7-08FD5CBDF884}" type="presParOf" srcId="{61CB799B-266B-4350-ACFA-1F23D50B4A0B}" destId="{1DA036C1-A9A9-4E8B-9F84-088FEF9EC55F}" srcOrd="0" destOrd="0" presId="urn:microsoft.com/office/officeart/2018/2/layout/IconCircleList"/>
    <dgm:cxn modelId="{3437B4F7-AD96-6946-A17B-5A9C2C3CAD32}" type="presParOf" srcId="{1DA036C1-A9A9-4E8B-9F84-088FEF9EC55F}" destId="{001CD647-FC1E-4D9E-B236-630D44D4C241}" srcOrd="0" destOrd="0" presId="urn:microsoft.com/office/officeart/2018/2/layout/IconCircleList"/>
    <dgm:cxn modelId="{E04D2D38-E7B8-334A-A046-EFCB7859FC03}" type="presParOf" srcId="{1DA036C1-A9A9-4E8B-9F84-088FEF9EC55F}" destId="{41AAEDB1-F1CE-40FF-94E2-A24E04B36EF2}" srcOrd="1" destOrd="0" presId="urn:microsoft.com/office/officeart/2018/2/layout/IconCircleList"/>
    <dgm:cxn modelId="{8F95A762-0E1C-4A4B-BA6E-AA5884D1D780}" type="presParOf" srcId="{1DA036C1-A9A9-4E8B-9F84-088FEF9EC55F}" destId="{DBFC0FBE-2ABE-423A-B96D-925D067A4C30}" srcOrd="2" destOrd="0" presId="urn:microsoft.com/office/officeart/2018/2/layout/IconCircleList"/>
    <dgm:cxn modelId="{8404713F-7A4C-CB40-B2AB-C42C1BCEFBD7}" type="presParOf" srcId="{1DA036C1-A9A9-4E8B-9F84-088FEF9EC55F}" destId="{3EB6EBCA-3D81-4F78-80DC-B1AE1493E487}" srcOrd="3" destOrd="0" presId="urn:microsoft.com/office/officeart/2018/2/layout/IconCircleList"/>
    <dgm:cxn modelId="{06034722-81F4-7D46-9A13-53398B996126}" type="presParOf" srcId="{61CB799B-266B-4350-ACFA-1F23D50B4A0B}" destId="{BB75E2FC-DA8F-459B-8F8E-945957D65D3A}" srcOrd="1" destOrd="0" presId="urn:microsoft.com/office/officeart/2018/2/layout/IconCircleList"/>
    <dgm:cxn modelId="{3C1C092B-6DE7-4244-91FF-6405DD985220}" type="presParOf" srcId="{61CB799B-266B-4350-ACFA-1F23D50B4A0B}" destId="{1CCC08FC-F117-4AF5-B632-367493F3A01A}" srcOrd="2" destOrd="0" presId="urn:microsoft.com/office/officeart/2018/2/layout/IconCircleList"/>
    <dgm:cxn modelId="{FD4E8047-FB04-E64E-BCFC-B3F98D8BB8C3}" type="presParOf" srcId="{1CCC08FC-F117-4AF5-B632-367493F3A01A}" destId="{0C2C53A9-C468-4428-93E3-1B51BC7A8053}" srcOrd="0" destOrd="0" presId="urn:microsoft.com/office/officeart/2018/2/layout/IconCircleList"/>
    <dgm:cxn modelId="{6A1C3BF2-3DEA-E446-8B0F-0B0A059FDA4A}" type="presParOf" srcId="{1CCC08FC-F117-4AF5-B632-367493F3A01A}" destId="{746FC03C-2AEA-4CE1-A6D1-89C1069C2E51}" srcOrd="1" destOrd="0" presId="urn:microsoft.com/office/officeart/2018/2/layout/IconCircleList"/>
    <dgm:cxn modelId="{0D9B4233-5050-7D43-8785-D97F89E82A6B}" type="presParOf" srcId="{1CCC08FC-F117-4AF5-B632-367493F3A01A}" destId="{A77D4987-F36A-425A-A502-90C91B234EDB}" srcOrd="2" destOrd="0" presId="urn:microsoft.com/office/officeart/2018/2/layout/IconCircleList"/>
    <dgm:cxn modelId="{683C3841-872A-4942-8561-8D1DEC09831D}" type="presParOf" srcId="{1CCC08FC-F117-4AF5-B632-367493F3A01A}" destId="{2CF03950-187A-4FE6-824D-8CA207F5CEFA}" srcOrd="3" destOrd="0" presId="urn:microsoft.com/office/officeart/2018/2/layout/IconCircleList"/>
    <dgm:cxn modelId="{D8425A9C-F06E-3E49-944B-5190F2C4B070}" type="presParOf" srcId="{61CB799B-266B-4350-ACFA-1F23D50B4A0B}" destId="{289F127F-85B3-43A1-9F93-4C7784303A97}" srcOrd="3" destOrd="0" presId="urn:microsoft.com/office/officeart/2018/2/layout/IconCircleList"/>
    <dgm:cxn modelId="{0ECEA829-EBD6-AC44-B4E6-1EA6CC12527E}" type="presParOf" srcId="{61CB799B-266B-4350-ACFA-1F23D50B4A0B}" destId="{E3E8B227-2E9B-4C9D-AE95-3D58E9668599}" srcOrd="4" destOrd="0" presId="urn:microsoft.com/office/officeart/2018/2/layout/IconCircleList"/>
    <dgm:cxn modelId="{B3227317-DD27-A84F-8DB2-9C239E56ECD6}" type="presParOf" srcId="{E3E8B227-2E9B-4C9D-AE95-3D58E9668599}" destId="{437DEC9F-8A6E-4451-8AC0-6DD1AD0A3E3D}" srcOrd="0" destOrd="0" presId="urn:microsoft.com/office/officeart/2018/2/layout/IconCircleList"/>
    <dgm:cxn modelId="{E4DDB073-1ADD-9F47-8555-9F0DE988CD6F}" type="presParOf" srcId="{E3E8B227-2E9B-4C9D-AE95-3D58E9668599}" destId="{96870897-785C-4801-AE2E-785C2940A143}" srcOrd="1" destOrd="0" presId="urn:microsoft.com/office/officeart/2018/2/layout/IconCircleList"/>
    <dgm:cxn modelId="{5BAD9E62-31AE-F74A-81A0-79D76B1BAC27}" type="presParOf" srcId="{E3E8B227-2E9B-4C9D-AE95-3D58E9668599}" destId="{F2CE580D-CD40-469C-867E-288BED1E1264}" srcOrd="2" destOrd="0" presId="urn:microsoft.com/office/officeart/2018/2/layout/IconCircleList"/>
    <dgm:cxn modelId="{CD831DBD-82EA-144A-9BD5-B25832F5DD33}" type="presParOf" srcId="{E3E8B227-2E9B-4C9D-AE95-3D58E9668599}" destId="{5CB4BE48-B626-4FF4-99C5-0D3C16AA73C1}" srcOrd="3" destOrd="0" presId="urn:microsoft.com/office/officeart/2018/2/layout/IconCircleList"/>
    <dgm:cxn modelId="{96995C36-C66F-6946-A11E-94C9A228C49A}" type="presParOf" srcId="{61CB799B-266B-4350-ACFA-1F23D50B4A0B}" destId="{38586919-8CD3-4F51-A940-C6D6CD56E7C5}" srcOrd="5" destOrd="0" presId="urn:microsoft.com/office/officeart/2018/2/layout/IconCircleList"/>
    <dgm:cxn modelId="{2D587DE4-A3B8-F843-9A27-39A191F2448E}" type="presParOf" srcId="{61CB799B-266B-4350-ACFA-1F23D50B4A0B}" destId="{42E2267E-715B-4596-8829-ED8348806BF2}" srcOrd="6" destOrd="0" presId="urn:microsoft.com/office/officeart/2018/2/layout/IconCircleList"/>
    <dgm:cxn modelId="{61DCC337-05C1-7446-B65B-076B4B856780}" type="presParOf" srcId="{42E2267E-715B-4596-8829-ED8348806BF2}" destId="{2B924107-8235-412C-AA9C-7B501C04FD71}" srcOrd="0" destOrd="0" presId="urn:microsoft.com/office/officeart/2018/2/layout/IconCircleList"/>
    <dgm:cxn modelId="{481735A5-1ED7-7B46-AB0B-989E58E1AF8A}" type="presParOf" srcId="{42E2267E-715B-4596-8829-ED8348806BF2}" destId="{9BE36ABA-AC2D-4574-BE35-6856E7746714}" srcOrd="1" destOrd="0" presId="urn:microsoft.com/office/officeart/2018/2/layout/IconCircleList"/>
    <dgm:cxn modelId="{888BD7C8-53FD-A247-9F18-E7328C73F91A}" type="presParOf" srcId="{42E2267E-715B-4596-8829-ED8348806BF2}" destId="{D79AE146-3708-49DF-A230-AA15BF763E70}" srcOrd="2" destOrd="0" presId="urn:microsoft.com/office/officeart/2018/2/layout/IconCircleList"/>
    <dgm:cxn modelId="{BA27F7FE-0348-F64F-B34B-52158B280659}" type="presParOf" srcId="{42E2267E-715B-4596-8829-ED8348806BF2}" destId="{AA8B1B2B-8B87-4EA4-801C-4CCB48D5A40B}" srcOrd="3" destOrd="0" presId="urn:microsoft.com/office/officeart/2018/2/layout/IconCircleList"/>
    <dgm:cxn modelId="{0D7C280D-6752-9340-B85D-BC7BF312FAA7}" type="presParOf" srcId="{61CB799B-266B-4350-ACFA-1F23D50B4A0B}" destId="{6912ACC2-509F-4795-AD0C-FC3078C5FFE9}" srcOrd="7" destOrd="0" presId="urn:microsoft.com/office/officeart/2018/2/layout/IconCircleList"/>
    <dgm:cxn modelId="{B8D500D1-F1C3-2041-997E-DEF739538F7B}" type="presParOf" srcId="{61CB799B-266B-4350-ACFA-1F23D50B4A0B}" destId="{1E2E6E2B-B321-420E-8A0B-9C7548B1E978}" srcOrd="8" destOrd="0" presId="urn:microsoft.com/office/officeart/2018/2/layout/IconCircleList"/>
    <dgm:cxn modelId="{046CF8A8-EA17-E94F-8D2A-D35CE63B7584}" type="presParOf" srcId="{1E2E6E2B-B321-420E-8A0B-9C7548B1E978}" destId="{58123CF1-4152-493D-9057-54E4D520070F}" srcOrd="0" destOrd="0" presId="urn:microsoft.com/office/officeart/2018/2/layout/IconCircleList"/>
    <dgm:cxn modelId="{43C5AB13-0E10-8546-BEC5-37BAE6F8BA10}" type="presParOf" srcId="{1E2E6E2B-B321-420E-8A0B-9C7548B1E978}" destId="{0BD3B49B-D697-4826-88EC-066F37D52CA3}" srcOrd="1" destOrd="0" presId="urn:microsoft.com/office/officeart/2018/2/layout/IconCircleList"/>
    <dgm:cxn modelId="{698C6922-1143-AD4D-B06A-CB9370539C4B}" type="presParOf" srcId="{1E2E6E2B-B321-420E-8A0B-9C7548B1E978}" destId="{5273E74A-59B0-46A0-B5C2-01FEB9A78C64}" srcOrd="2" destOrd="0" presId="urn:microsoft.com/office/officeart/2018/2/layout/IconCircleList"/>
    <dgm:cxn modelId="{CFA8F880-D4D0-924C-B369-02F53AADF594}" type="presParOf" srcId="{1E2E6E2B-B321-420E-8A0B-9C7548B1E978}" destId="{1A94A469-E22F-4D47-9D97-D29FFBEE9F04}" srcOrd="3" destOrd="0" presId="urn:microsoft.com/office/officeart/2018/2/layout/IconCircleList"/>
    <dgm:cxn modelId="{C9D82A86-BE04-3D42-B0F3-E20D83BB7915}" type="presParOf" srcId="{61CB799B-266B-4350-ACFA-1F23D50B4A0B}" destId="{F23ADD9E-129D-4DF9-87DB-C850C0F0349F}" srcOrd="9" destOrd="0" presId="urn:microsoft.com/office/officeart/2018/2/layout/IconCircleList"/>
    <dgm:cxn modelId="{3C2CE84D-3AC9-0648-873F-09DCBCF33278}" type="presParOf" srcId="{61CB799B-266B-4350-ACFA-1F23D50B4A0B}" destId="{F244B1D7-2210-4766-A703-F598DCD19100}" srcOrd="10" destOrd="0" presId="urn:microsoft.com/office/officeart/2018/2/layout/IconCircleList"/>
    <dgm:cxn modelId="{D3AE61FB-A725-5F4D-8E6F-850A40F0692C}" type="presParOf" srcId="{F244B1D7-2210-4766-A703-F598DCD19100}" destId="{54462B6E-7FD2-44E6-A475-58DA9EFB3676}" srcOrd="0" destOrd="0" presId="urn:microsoft.com/office/officeart/2018/2/layout/IconCircleList"/>
    <dgm:cxn modelId="{0F343706-6D7F-7046-A60F-45E618E5D7A5}" type="presParOf" srcId="{F244B1D7-2210-4766-A703-F598DCD19100}" destId="{037F6276-D125-4B0A-B544-EBD8ADCE4C5E}" srcOrd="1" destOrd="0" presId="urn:microsoft.com/office/officeart/2018/2/layout/IconCircleList"/>
    <dgm:cxn modelId="{8668A53E-6852-F545-93AE-97D510A86CF5}" type="presParOf" srcId="{F244B1D7-2210-4766-A703-F598DCD19100}" destId="{92BF1643-F2F5-4D51-836B-B250FCEC2215}" srcOrd="2" destOrd="0" presId="urn:microsoft.com/office/officeart/2018/2/layout/IconCircleList"/>
    <dgm:cxn modelId="{327BCFED-5718-5B48-9EEC-BB5450D48657}" type="presParOf" srcId="{F244B1D7-2210-4766-A703-F598DCD19100}" destId="{912A7C49-9DC1-4EA1-A7A5-F24A1CC3344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EE4438-FD7C-46DB-B007-90751BE1DCD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410D13-67C7-4802-AB62-C998FC71A900}">
      <dgm:prSet/>
      <dgm:spPr/>
      <dgm:t>
        <a:bodyPr/>
        <a:lstStyle/>
        <a:p>
          <a:r>
            <a:rPr lang="en-US" b="0" i="0" baseline="0"/>
            <a:t>👩‍🎓 </a:t>
          </a:r>
          <a:r>
            <a:rPr lang="en-US" b="1" i="0" baseline="0"/>
            <a:t>College &amp; University Students</a:t>
          </a:r>
          <a:br>
            <a:rPr lang="en-US" b="0" i="0" baseline="0"/>
          </a:br>
          <a:r>
            <a:rPr lang="en-US" b="0" i="0" baseline="0"/>
            <a:t>Managing multiple courses, need efficient study methods</a:t>
          </a:r>
          <a:endParaRPr lang="en-US"/>
        </a:p>
      </dgm:t>
    </dgm:pt>
    <dgm:pt modelId="{3F62D219-DC49-4F30-95BA-2A103CD062F1}" type="parTrans" cxnId="{161E2668-B811-4F06-B5F9-FA1DF81217A6}">
      <dgm:prSet/>
      <dgm:spPr/>
      <dgm:t>
        <a:bodyPr/>
        <a:lstStyle/>
        <a:p>
          <a:endParaRPr lang="en-US"/>
        </a:p>
      </dgm:t>
    </dgm:pt>
    <dgm:pt modelId="{25FF0D0F-5790-48E5-BFDF-4D21D7AD31B8}" type="sibTrans" cxnId="{161E2668-B811-4F06-B5F9-FA1DF81217A6}">
      <dgm:prSet/>
      <dgm:spPr/>
      <dgm:t>
        <a:bodyPr/>
        <a:lstStyle/>
        <a:p>
          <a:endParaRPr lang="en-US"/>
        </a:p>
      </dgm:t>
    </dgm:pt>
    <dgm:pt modelId="{0A5A7709-61A0-4CA9-A8DB-1F05B9CA29E5}">
      <dgm:prSet/>
      <dgm:spPr/>
      <dgm:t>
        <a:bodyPr/>
        <a:lstStyle/>
        <a:p>
          <a:r>
            <a:rPr lang="en-US" b="0" i="0" baseline="0"/>
            <a:t>👨‍🔬 </a:t>
          </a:r>
          <a:r>
            <a:rPr lang="en-US" b="1" i="0" baseline="0"/>
            <a:t>Graduate Students &amp; Researchers</a:t>
          </a:r>
          <a:br>
            <a:rPr lang="en-US" b="0" i="0" baseline="0"/>
          </a:br>
          <a:r>
            <a:rPr lang="en-US" b="0" i="0" baseline="0"/>
            <a:t>Learning new domains, breaking down complex papers</a:t>
          </a:r>
          <a:endParaRPr lang="en-US"/>
        </a:p>
      </dgm:t>
    </dgm:pt>
    <dgm:pt modelId="{3A17C3C3-824B-4604-B29E-D36EC2ECD570}" type="parTrans" cxnId="{3AD18290-35F5-4D5C-A156-9DB643D2B0FC}">
      <dgm:prSet/>
      <dgm:spPr/>
      <dgm:t>
        <a:bodyPr/>
        <a:lstStyle/>
        <a:p>
          <a:endParaRPr lang="en-US"/>
        </a:p>
      </dgm:t>
    </dgm:pt>
    <dgm:pt modelId="{BE615833-55F0-42BD-B619-CB63B1CFBAEF}" type="sibTrans" cxnId="{3AD18290-35F5-4D5C-A156-9DB643D2B0FC}">
      <dgm:prSet/>
      <dgm:spPr/>
      <dgm:t>
        <a:bodyPr/>
        <a:lstStyle/>
        <a:p>
          <a:endParaRPr lang="en-US"/>
        </a:p>
      </dgm:t>
    </dgm:pt>
    <dgm:pt modelId="{474AEAB5-D32A-473C-92CC-AD1C2EE35D86}">
      <dgm:prSet/>
      <dgm:spPr/>
      <dgm:t>
        <a:bodyPr/>
        <a:lstStyle/>
        <a:p>
          <a:r>
            <a:rPr lang="en-US" b="0" i="0" baseline="0"/>
            <a:t>👩‍💼 </a:t>
          </a:r>
          <a:r>
            <a:rPr lang="en-US" b="1" i="0" baseline="0"/>
            <a:t>Professionals</a:t>
          </a:r>
          <a:br>
            <a:rPr lang="en-US" b="0" i="0" baseline="0"/>
          </a:br>
          <a:r>
            <a:rPr lang="en-US" b="0" i="0" baseline="0"/>
            <a:t>Continuous learning and skill development</a:t>
          </a:r>
          <a:endParaRPr lang="en-US"/>
        </a:p>
      </dgm:t>
    </dgm:pt>
    <dgm:pt modelId="{1DBFFEB4-1D36-4D0E-99AE-673510DEAFA3}" type="parTrans" cxnId="{A718A9E0-8EF6-447B-8805-A883459A7522}">
      <dgm:prSet/>
      <dgm:spPr/>
      <dgm:t>
        <a:bodyPr/>
        <a:lstStyle/>
        <a:p>
          <a:endParaRPr lang="en-US"/>
        </a:p>
      </dgm:t>
    </dgm:pt>
    <dgm:pt modelId="{41C0132B-BA4E-4FC5-9D73-8C2E17E4767B}" type="sibTrans" cxnId="{A718A9E0-8EF6-447B-8805-A883459A7522}">
      <dgm:prSet/>
      <dgm:spPr/>
      <dgm:t>
        <a:bodyPr/>
        <a:lstStyle/>
        <a:p>
          <a:endParaRPr lang="en-US"/>
        </a:p>
      </dgm:t>
    </dgm:pt>
    <dgm:pt modelId="{ECE589A5-0E81-44AA-90DB-93BDB5BC3EF3}">
      <dgm:prSet/>
      <dgm:spPr/>
      <dgm:t>
        <a:bodyPr/>
        <a:lstStyle/>
        <a:p>
          <a:r>
            <a:rPr lang="en-US" b="0" i="0" baseline="0"/>
            <a:t>🎯 </a:t>
          </a:r>
          <a:r>
            <a:rPr lang="en-US" b="1" i="0" baseline="0"/>
            <a:t>Common traits:</a:t>
          </a:r>
          <a:r>
            <a:rPr lang="en-US" b="0" i="0" baseline="0"/>
            <a:t> Tech-comfortable, time-constrained, seeking deep understanding</a:t>
          </a:r>
          <a:endParaRPr lang="en-US"/>
        </a:p>
      </dgm:t>
    </dgm:pt>
    <dgm:pt modelId="{EC3DC278-7981-4367-9896-596157F6E2B8}" type="parTrans" cxnId="{32D0AF04-5983-4D66-A2F4-D0F8DA880F08}">
      <dgm:prSet/>
      <dgm:spPr/>
      <dgm:t>
        <a:bodyPr/>
        <a:lstStyle/>
        <a:p>
          <a:endParaRPr lang="en-US"/>
        </a:p>
      </dgm:t>
    </dgm:pt>
    <dgm:pt modelId="{3DEDB2C4-1CC4-4123-81D0-F11FDB66D029}" type="sibTrans" cxnId="{32D0AF04-5983-4D66-A2F4-D0F8DA880F08}">
      <dgm:prSet/>
      <dgm:spPr/>
      <dgm:t>
        <a:bodyPr/>
        <a:lstStyle/>
        <a:p>
          <a:endParaRPr lang="en-US"/>
        </a:p>
      </dgm:t>
    </dgm:pt>
    <dgm:pt modelId="{A553F2FE-6CD7-FD4A-BDBC-FDD006401B6F}" type="pres">
      <dgm:prSet presAssocID="{B4EE4438-FD7C-46DB-B007-90751BE1DCD2}" presName="linear" presStyleCnt="0">
        <dgm:presLayoutVars>
          <dgm:animLvl val="lvl"/>
          <dgm:resizeHandles val="exact"/>
        </dgm:presLayoutVars>
      </dgm:prSet>
      <dgm:spPr/>
    </dgm:pt>
    <dgm:pt modelId="{5484EC64-18BB-8C45-8584-2E1C29A64741}" type="pres">
      <dgm:prSet presAssocID="{30410D13-67C7-4802-AB62-C998FC71A9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BEEB0B-CF26-D14F-BB58-D1E6E8EE87DF}" type="pres">
      <dgm:prSet presAssocID="{25FF0D0F-5790-48E5-BFDF-4D21D7AD31B8}" presName="spacer" presStyleCnt="0"/>
      <dgm:spPr/>
    </dgm:pt>
    <dgm:pt modelId="{B6296931-EA85-1E49-B8D4-E9933D957F9E}" type="pres">
      <dgm:prSet presAssocID="{0A5A7709-61A0-4CA9-A8DB-1F05B9CA29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D9DCF7-68C1-BA4C-88C9-DC93ED478CB7}" type="pres">
      <dgm:prSet presAssocID="{BE615833-55F0-42BD-B619-CB63B1CFBAEF}" presName="spacer" presStyleCnt="0"/>
      <dgm:spPr/>
    </dgm:pt>
    <dgm:pt modelId="{6E780D52-8E91-2445-8FFD-4817AEE3B3BA}" type="pres">
      <dgm:prSet presAssocID="{474AEAB5-D32A-473C-92CC-AD1C2EE35D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3B29BD-21B5-2240-B92C-40D5ECE828A2}" type="pres">
      <dgm:prSet presAssocID="{41C0132B-BA4E-4FC5-9D73-8C2E17E4767B}" presName="spacer" presStyleCnt="0"/>
      <dgm:spPr/>
    </dgm:pt>
    <dgm:pt modelId="{EFFEA6E4-028C-8D4D-BB1B-37B0671E364E}" type="pres">
      <dgm:prSet presAssocID="{ECE589A5-0E81-44AA-90DB-93BDB5BC3E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D0AF04-5983-4D66-A2F4-D0F8DA880F08}" srcId="{B4EE4438-FD7C-46DB-B007-90751BE1DCD2}" destId="{ECE589A5-0E81-44AA-90DB-93BDB5BC3EF3}" srcOrd="3" destOrd="0" parTransId="{EC3DC278-7981-4367-9896-596157F6E2B8}" sibTransId="{3DEDB2C4-1CC4-4123-81D0-F11FDB66D029}"/>
    <dgm:cxn modelId="{B28DD30E-0826-F041-AB09-250669147A9E}" type="presOf" srcId="{0A5A7709-61A0-4CA9-A8DB-1F05B9CA29E5}" destId="{B6296931-EA85-1E49-B8D4-E9933D957F9E}" srcOrd="0" destOrd="0" presId="urn:microsoft.com/office/officeart/2005/8/layout/vList2"/>
    <dgm:cxn modelId="{995E5250-19DB-4744-B260-6CF876033B0E}" type="presOf" srcId="{30410D13-67C7-4802-AB62-C998FC71A900}" destId="{5484EC64-18BB-8C45-8584-2E1C29A64741}" srcOrd="0" destOrd="0" presId="urn:microsoft.com/office/officeart/2005/8/layout/vList2"/>
    <dgm:cxn modelId="{161E2668-B811-4F06-B5F9-FA1DF81217A6}" srcId="{B4EE4438-FD7C-46DB-B007-90751BE1DCD2}" destId="{30410D13-67C7-4802-AB62-C998FC71A900}" srcOrd="0" destOrd="0" parTransId="{3F62D219-DC49-4F30-95BA-2A103CD062F1}" sibTransId="{25FF0D0F-5790-48E5-BFDF-4D21D7AD31B8}"/>
    <dgm:cxn modelId="{CD445F90-FFDE-7845-AA17-6C4533E31E58}" type="presOf" srcId="{474AEAB5-D32A-473C-92CC-AD1C2EE35D86}" destId="{6E780D52-8E91-2445-8FFD-4817AEE3B3BA}" srcOrd="0" destOrd="0" presId="urn:microsoft.com/office/officeart/2005/8/layout/vList2"/>
    <dgm:cxn modelId="{3AD18290-35F5-4D5C-A156-9DB643D2B0FC}" srcId="{B4EE4438-FD7C-46DB-B007-90751BE1DCD2}" destId="{0A5A7709-61A0-4CA9-A8DB-1F05B9CA29E5}" srcOrd="1" destOrd="0" parTransId="{3A17C3C3-824B-4604-B29E-D36EC2ECD570}" sibTransId="{BE615833-55F0-42BD-B619-CB63B1CFBAEF}"/>
    <dgm:cxn modelId="{99F633D9-1EA7-3741-98D0-99BE9DFF9E5E}" type="presOf" srcId="{B4EE4438-FD7C-46DB-B007-90751BE1DCD2}" destId="{A553F2FE-6CD7-FD4A-BDBC-FDD006401B6F}" srcOrd="0" destOrd="0" presId="urn:microsoft.com/office/officeart/2005/8/layout/vList2"/>
    <dgm:cxn modelId="{A718A9E0-8EF6-447B-8805-A883459A7522}" srcId="{B4EE4438-FD7C-46DB-B007-90751BE1DCD2}" destId="{474AEAB5-D32A-473C-92CC-AD1C2EE35D86}" srcOrd="2" destOrd="0" parTransId="{1DBFFEB4-1D36-4D0E-99AE-673510DEAFA3}" sibTransId="{41C0132B-BA4E-4FC5-9D73-8C2E17E4767B}"/>
    <dgm:cxn modelId="{F0A195FA-1B8E-8F4F-8593-1BD9EEFCC397}" type="presOf" srcId="{ECE589A5-0E81-44AA-90DB-93BDB5BC3EF3}" destId="{EFFEA6E4-028C-8D4D-BB1B-37B0671E364E}" srcOrd="0" destOrd="0" presId="urn:microsoft.com/office/officeart/2005/8/layout/vList2"/>
    <dgm:cxn modelId="{EF42CA45-50B0-A641-AB8E-963CAE59E5FB}" type="presParOf" srcId="{A553F2FE-6CD7-FD4A-BDBC-FDD006401B6F}" destId="{5484EC64-18BB-8C45-8584-2E1C29A64741}" srcOrd="0" destOrd="0" presId="urn:microsoft.com/office/officeart/2005/8/layout/vList2"/>
    <dgm:cxn modelId="{843BF341-480D-7640-B007-4CD5EDF0DEB5}" type="presParOf" srcId="{A553F2FE-6CD7-FD4A-BDBC-FDD006401B6F}" destId="{A6BEEB0B-CF26-D14F-BB58-D1E6E8EE87DF}" srcOrd="1" destOrd="0" presId="urn:microsoft.com/office/officeart/2005/8/layout/vList2"/>
    <dgm:cxn modelId="{6CC7B87B-6C61-2C4A-850B-B266D5D09D5F}" type="presParOf" srcId="{A553F2FE-6CD7-FD4A-BDBC-FDD006401B6F}" destId="{B6296931-EA85-1E49-B8D4-E9933D957F9E}" srcOrd="2" destOrd="0" presId="urn:microsoft.com/office/officeart/2005/8/layout/vList2"/>
    <dgm:cxn modelId="{1000D5DD-25DD-194C-995D-82F09EE40670}" type="presParOf" srcId="{A553F2FE-6CD7-FD4A-BDBC-FDD006401B6F}" destId="{37D9DCF7-68C1-BA4C-88C9-DC93ED478CB7}" srcOrd="3" destOrd="0" presId="urn:microsoft.com/office/officeart/2005/8/layout/vList2"/>
    <dgm:cxn modelId="{0CD27203-769B-8F47-B0A5-DB4DE74AA31E}" type="presParOf" srcId="{A553F2FE-6CD7-FD4A-BDBC-FDD006401B6F}" destId="{6E780D52-8E91-2445-8FFD-4817AEE3B3BA}" srcOrd="4" destOrd="0" presId="urn:microsoft.com/office/officeart/2005/8/layout/vList2"/>
    <dgm:cxn modelId="{39622166-A78A-B54C-BDC8-BD7A6DABE8D9}" type="presParOf" srcId="{A553F2FE-6CD7-FD4A-BDBC-FDD006401B6F}" destId="{D03B29BD-21B5-2240-B92C-40D5ECE828A2}" srcOrd="5" destOrd="0" presId="urn:microsoft.com/office/officeart/2005/8/layout/vList2"/>
    <dgm:cxn modelId="{10658C6F-1799-DA4C-B210-A5D5E23FBFA6}" type="presParOf" srcId="{A553F2FE-6CD7-FD4A-BDBC-FDD006401B6F}" destId="{EFFEA6E4-028C-8D4D-BB1B-37B0671E36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24887-18CB-460A-B2DB-771CC6A93CD1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51C581-9B30-4CD1-B74A-4F0EEB89A5AB}">
      <dgm:prSet/>
      <dgm:spPr/>
      <dgm:t>
        <a:bodyPr/>
        <a:lstStyle/>
        <a:p>
          <a:r>
            <a:rPr lang="en-US" b="0" i="0" baseline="0"/>
            <a:t>📄 Multi-format support: PDF, DOCX, PPTX, images (OCR)</a:t>
          </a:r>
          <a:endParaRPr lang="en-US"/>
        </a:p>
      </dgm:t>
    </dgm:pt>
    <dgm:pt modelId="{064A6E51-3657-456D-B287-85C8BF833662}" type="parTrans" cxnId="{37AC5F39-7788-4314-BC1F-24ED265D91D8}">
      <dgm:prSet/>
      <dgm:spPr/>
      <dgm:t>
        <a:bodyPr/>
        <a:lstStyle/>
        <a:p>
          <a:endParaRPr lang="en-US"/>
        </a:p>
      </dgm:t>
    </dgm:pt>
    <dgm:pt modelId="{93AA21E1-85EC-4A1E-B192-04416C74FEED}" type="sibTrans" cxnId="{37AC5F39-7788-4314-BC1F-24ED265D91D8}">
      <dgm:prSet/>
      <dgm:spPr/>
      <dgm:t>
        <a:bodyPr/>
        <a:lstStyle/>
        <a:p>
          <a:endParaRPr lang="en-US"/>
        </a:p>
      </dgm:t>
    </dgm:pt>
    <dgm:pt modelId="{99BC4C63-BCF4-401F-A2D6-68E95CABBA37}">
      <dgm:prSet/>
      <dgm:spPr/>
      <dgm:t>
        <a:bodyPr/>
        <a:lstStyle/>
        <a:p>
          <a:r>
            <a:rPr lang="en-US" b="0" i="0" baseline="0"/>
            <a:t>🏷️ Automatic categorization by course/subject</a:t>
          </a:r>
          <a:endParaRPr lang="en-US"/>
        </a:p>
      </dgm:t>
    </dgm:pt>
    <dgm:pt modelId="{D86A8584-E034-458C-A6A2-313CB3AC5A2D}" type="parTrans" cxnId="{6AF07302-8BED-4F94-8346-84E31C2466AC}">
      <dgm:prSet/>
      <dgm:spPr/>
      <dgm:t>
        <a:bodyPr/>
        <a:lstStyle/>
        <a:p>
          <a:endParaRPr lang="en-US"/>
        </a:p>
      </dgm:t>
    </dgm:pt>
    <dgm:pt modelId="{E9E802F8-B222-487E-86DB-DED449328C1D}" type="sibTrans" cxnId="{6AF07302-8BED-4F94-8346-84E31C2466AC}">
      <dgm:prSet/>
      <dgm:spPr/>
      <dgm:t>
        <a:bodyPr/>
        <a:lstStyle/>
        <a:p>
          <a:endParaRPr lang="en-US"/>
        </a:p>
      </dgm:t>
    </dgm:pt>
    <dgm:pt modelId="{72F35486-88BA-4289-B406-366B0556EAC6}">
      <dgm:prSet/>
      <dgm:spPr/>
      <dgm:t>
        <a:bodyPr/>
        <a:lstStyle/>
        <a:p>
          <a:r>
            <a:rPr lang="en-US" b="0" i="0" baseline="0"/>
            <a:t>🔍 Full-text search across all materials</a:t>
          </a:r>
          <a:endParaRPr lang="en-US"/>
        </a:p>
      </dgm:t>
    </dgm:pt>
    <dgm:pt modelId="{85F98094-EB5D-41F4-9713-6346F135E9AA}" type="parTrans" cxnId="{4FDFA9C8-434B-4A78-A292-FED75FA7DEE8}">
      <dgm:prSet/>
      <dgm:spPr/>
      <dgm:t>
        <a:bodyPr/>
        <a:lstStyle/>
        <a:p>
          <a:endParaRPr lang="en-US"/>
        </a:p>
      </dgm:t>
    </dgm:pt>
    <dgm:pt modelId="{1EB9D18B-E5E2-4633-9074-B84FF7B04AB7}" type="sibTrans" cxnId="{4FDFA9C8-434B-4A78-A292-FED75FA7DEE8}">
      <dgm:prSet/>
      <dgm:spPr/>
      <dgm:t>
        <a:bodyPr/>
        <a:lstStyle/>
        <a:p>
          <a:endParaRPr lang="en-US"/>
        </a:p>
      </dgm:t>
    </dgm:pt>
    <dgm:pt modelId="{D2F866A6-EC62-4DFB-946F-8E17D468D5B6}">
      <dgm:prSet/>
      <dgm:spPr/>
      <dgm:t>
        <a:bodyPr/>
        <a:lstStyle/>
        <a:p>
          <a:r>
            <a:rPr lang="en-US" b="0" i="0" baseline="0"/>
            <a:t>📁 Cloud storage with version history</a:t>
          </a:r>
          <a:endParaRPr lang="en-US"/>
        </a:p>
      </dgm:t>
    </dgm:pt>
    <dgm:pt modelId="{BDB68E7A-B17F-4BAD-960C-CBB4EDFF0698}" type="parTrans" cxnId="{B4FF388A-F490-4289-A1B8-9617D225CD8B}">
      <dgm:prSet/>
      <dgm:spPr/>
      <dgm:t>
        <a:bodyPr/>
        <a:lstStyle/>
        <a:p>
          <a:endParaRPr lang="en-US"/>
        </a:p>
      </dgm:t>
    </dgm:pt>
    <dgm:pt modelId="{397BDF9D-1B13-4799-AD18-4D493992D20A}" type="sibTrans" cxnId="{B4FF388A-F490-4289-A1B8-9617D225CD8B}">
      <dgm:prSet/>
      <dgm:spPr/>
      <dgm:t>
        <a:bodyPr/>
        <a:lstStyle/>
        <a:p>
          <a:endParaRPr lang="en-US"/>
        </a:p>
      </dgm:t>
    </dgm:pt>
    <dgm:pt modelId="{CDABBFD6-1704-4CBC-B236-013F01A9B322}">
      <dgm:prSet/>
      <dgm:spPr/>
      <dgm:t>
        <a:bodyPr/>
        <a:lstStyle/>
        <a:p>
          <a:r>
            <a:rPr lang="en-US" b="0" i="0" baseline="0"/>
            <a:t>📑 Document preview and annotation</a:t>
          </a:r>
          <a:endParaRPr lang="en-US"/>
        </a:p>
      </dgm:t>
    </dgm:pt>
    <dgm:pt modelId="{61E9DF46-4A3F-4EDA-98B5-AEB8781C49F7}" type="parTrans" cxnId="{78FF237B-0C71-41CE-8B2D-221015A36D5C}">
      <dgm:prSet/>
      <dgm:spPr/>
      <dgm:t>
        <a:bodyPr/>
        <a:lstStyle/>
        <a:p>
          <a:endParaRPr lang="en-US"/>
        </a:p>
      </dgm:t>
    </dgm:pt>
    <dgm:pt modelId="{1445F2D2-2D90-41CD-95B4-8E5377DBBEDE}" type="sibTrans" cxnId="{78FF237B-0C71-41CE-8B2D-221015A36D5C}">
      <dgm:prSet/>
      <dgm:spPr/>
      <dgm:t>
        <a:bodyPr/>
        <a:lstStyle/>
        <a:p>
          <a:endParaRPr lang="en-US"/>
        </a:p>
      </dgm:t>
    </dgm:pt>
    <dgm:pt modelId="{D506FFF6-1323-314C-B5FC-E5F1A899E140}" type="pres">
      <dgm:prSet presAssocID="{01A24887-18CB-460A-B2DB-771CC6A93CD1}" presName="cycle" presStyleCnt="0">
        <dgm:presLayoutVars>
          <dgm:dir/>
          <dgm:resizeHandles val="exact"/>
        </dgm:presLayoutVars>
      </dgm:prSet>
      <dgm:spPr/>
    </dgm:pt>
    <dgm:pt modelId="{E9F847E3-3816-D741-96E0-4B2F77674E71}" type="pres">
      <dgm:prSet presAssocID="{FE51C581-9B30-4CD1-B74A-4F0EEB89A5AB}" presName="node" presStyleLbl="node1" presStyleIdx="0" presStyleCnt="5">
        <dgm:presLayoutVars>
          <dgm:bulletEnabled val="1"/>
        </dgm:presLayoutVars>
      </dgm:prSet>
      <dgm:spPr/>
    </dgm:pt>
    <dgm:pt modelId="{9B4CEA7D-D1BE-674D-9A31-1DC31A211C71}" type="pres">
      <dgm:prSet presAssocID="{FE51C581-9B30-4CD1-B74A-4F0EEB89A5AB}" presName="spNode" presStyleCnt="0"/>
      <dgm:spPr/>
    </dgm:pt>
    <dgm:pt modelId="{56CEF91C-009E-2843-94DA-8A419009CBD7}" type="pres">
      <dgm:prSet presAssocID="{93AA21E1-85EC-4A1E-B192-04416C74FEED}" presName="sibTrans" presStyleLbl="sibTrans1D1" presStyleIdx="0" presStyleCnt="5"/>
      <dgm:spPr/>
    </dgm:pt>
    <dgm:pt modelId="{F85A9AB2-FF40-A849-A03F-E4069E1280EC}" type="pres">
      <dgm:prSet presAssocID="{99BC4C63-BCF4-401F-A2D6-68E95CABBA37}" presName="node" presStyleLbl="node1" presStyleIdx="1" presStyleCnt="5">
        <dgm:presLayoutVars>
          <dgm:bulletEnabled val="1"/>
        </dgm:presLayoutVars>
      </dgm:prSet>
      <dgm:spPr/>
    </dgm:pt>
    <dgm:pt modelId="{73D50031-89C7-FE45-B179-91A1C74D1DE9}" type="pres">
      <dgm:prSet presAssocID="{99BC4C63-BCF4-401F-A2D6-68E95CABBA37}" presName="spNode" presStyleCnt="0"/>
      <dgm:spPr/>
    </dgm:pt>
    <dgm:pt modelId="{D3AF180F-66D9-AD46-906E-16D7D26DE1FD}" type="pres">
      <dgm:prSet presAssocID="{E9E802F8-B222-487E-86DB-DED449328C1D}" presName="sibTrans" presStyleLbl="sibTrans1D1" presStyleIdx="1" presStyleCnt="5"/>
      <dgm:spPr/>
    </dgm:pt>
    <dgm:pt modelId="{DBC492B6-31FB-E94D-B38B-5D94FECD0FCB}" type="pres">
      <dgm:prSet presAssocID="{72F35486-88BA-4289-B406-366B0556EAC6}" presName="node" presStyleLbl="node1" presStyleIdx="2" presStyleCnt="5">
        <dgm:presLayoutVars>
          <dgm:bulletEnabled val="1"/>
        </dgm:presLayoutVars>
      </dgm:prSet>
      <dgm:spPr/>
    </dgm:pt>
    <dgm:pt modelId="{747360B7-C90D-4C41-8431-28B5065A8B9F}" type="pres">
      <dgm:prSet presAssocID="{72F35486-88BA-4289-B406-366B0556EAC6}" presName="spNode" presStyleCnt="0"/>
      <dgm:spPr/>
    </dgm:pt>
    <dgm:pt modelId="{3164ADFD-5979-9B43-A709-EE6D548C6F46}" type="pres">
      <dgm:prSet presAssocID="{1EB9D18B-E5E2-4633-9074-B84FF7B04AB7}" presName="sibTrans" presStyleLbl="sibTrans1D1" presStyleIdx="2" presStyleCnt="5"/>
      <dgm:spPr/>
    </dgm:pt>
    <dgm:pt modelId="{C0EEF6C1-06BC-9144-B583-2D726435A907}" type="pres">
      <dgm:prSet presAssocID="{D2F866A6-EC62-4DFB-946F-8E17D468D5B6}" presName="node" presStyleLbl="node1" presStyleIdx="3" presStyleCnt="5">
        <dgm:presLayoutVars>
          <dgm:bulletEnabled val="1"/>
        </dgm:presLayoutVars>
      </dgm:prSet>
      <dgm:spPr/>
    </dgm:pt>
    <dgm:pt modelId="{12FAED29-2368-6B48-B074-C16A3DAA70F0}" type="pres">
      <dgm:prSet presAssocID="{D2F866A6-EC62-4DFB-946F-8E17D468D5B6}" presName="spNode" presStyleCnt="0"/>
      <dgm:spPr/>
    </dgm:pt>
    <dgm:pt modelId="{91C83307-9D43-E748-950E-8FA337E846C3}" type="pres">
      <dgm:prSet presAssocID="{397BDF9D-1B13-4799-AD18-4D493992D20A}" presName="sibTrans" presStyleLbl="sibTrans1D1" presStyleIdx="3" presStyleCnt="5"/>
      <dgm:spPr/>
    </dgm:pt>
    <dgm:pt modelId="{1F76BB33-C876-D746-AA1F-8A9A9F9118A8}" type="pres">
      <dgm:prSet presAssocID="{CDABBFD6-1704-4CBC-B236-013F01A9B322}" presName="node" presStyleLbl="node1" presStyleIdx="4" presStyleCnt="5">
        <dgm:presLayoutVars>
          <dgm:bulletEnabled val="1"/>
        </dgm:presLayoutVars>
      </dgm:prSet>
      <dgm:spPr/>
    </dgm:pt>
    <dgm:pt modelId="{4A6952A7-3002-874D-9E1E-3E173AB7659A}" type="pres">
      <dgm:prSet presAssocID="{CDABBFD6-1704-4CBC-B236-013F01A9B322}" presName="spNode" presStyleCnt="0"/>
      <dgm:spPr/>
    </dgm:pt>
    <dgm:pt modelId="{D52088B3-D1A2-F243-94C4-D2CD598D7BF7}" type="pres">
      <dgm:prSet presAssocID="{1445F2D2-2D90-41CD-95B4-8E5377DBBEDE}" presName="sibTrans" presStyleLbl="sibTrans1D1" presStyleIdx="4" presStyleCnt="5"/>
      <dgm:spPr/>
    </dgm:pt>
  </dgm:ptLst>
  <dgm:cxnLst>
    <dgm:cxn modelId="{6AF07302-8BED-4F94-8346-84E31C2466AC}" srcId="{01A24887-18CB-460A-B2DB-771CC6A93CD1}" destId="{99BC4C63-BCF4-401F-A2D6-68E95CABBA37}" srcOrd="1" destOrd="0" parTransId="{D86A8584-E034-458C-A6A2-313CB3AC5A2D}" sibTransId="{E9E802F8-B222-487E-86DB-DED449328C1D}"/>
    <dgm:cxn modelId="{D131C813-9112-8842-8B5D-80267D04AFF3}" type="presOf" srcId="{397BDF9D-1B13-4799-AD18-4D493992D20A}" destId="{91C83307-9D43-E748-950E-8FA337E846C3}" srcOrd="0" destOrd="0" presId="urn:microsoft.com/office/officeart/2005/8/layout/cycle6"/>
    <dgm:cxn modelId="{C248E816-1F58-1A43-9CBC-D151F7AE0A5D}" type="presOf" srcId="{72F35486-88BA-4289-B406-366B0556EAC6}" destId="{DBC492B6-31FB-E94D-B38B-5D94FECD0FCB}" srcOrd="0" destOrd="0" presId="urn:microsoft.com/office/officeart/2005/8/layout/cycle6"/>
    <dgm:cxn modelId="{F95C8A23-5FBE-F54A-9FF1-D9B7A7DD509F}" type="presOf" srcId="{1445F2D2-2D90-41CD-95B4-8E5377DBBEDE}" destId="{D52088B3-D1A2-F243-94C4-D2CD598D7BF7}" srcOrd="0" destOrd="0" presId="urn:microsoft.com/office/officeart/2005/8/layout/cycle6"/>
    <dgm:cxn modelId="{5EC8DF2D-25FC-E942-B86B-EAC4B4D03BDB}" type="presOf" srcId="{99BC4C63-BCF4-401F-A2D6-68E95CABBA37}" destId="{F85A9AB2-FF40-A849-A03F-E4069E1280EC}" srcOrd="0" destOrd="0" presId="urn:microsoft.com/office/officeart/2005/8/layout/cycle6"/>
    <dgm:cxn modelId="{90D3AA36-B956-9040-A5DF-041209873FDD}" type="presOf" srcId="{01A24887-18CB-460A-B2DB-771CC6A93CD1}" destId="{D506FFF6-1323-314C-B5FC-E5F1A899E140}" srcOrd="0" destOrd="0" presId="urn:microsoft.com/office/officeart/2005/8/layout/cycle6"/>
    <dgm:cxn modelId="{37AC5F39-7788-4314-BC1F-24ED265D91D8}" srcId="{01A24887-18CB-460A-B2DB-771CC6A93CD1}" destId="{FE51C581-9B30-4CD1-B74A-4F0EEB89A5AB}" srcOrd="0" destOrd="0" parTransId="{064A6E51-3657-456D-B287-85C8BF833662}" sibTransId="{93AA21E1-85EC-4A1E-B192-04416C74FEED}"/>
    <dgm:cxn modelId="{5D8C1647-8F49-0C4E-BEE3-A3992620C893}" type="presOf" srcId="{93AA21E1-85EC-4A1E-B192-04416C74FEED}" destId="{56CEF91C-009E-2843-94DA-8A419009CBD7}" srcOrd="0" destOrd="0" presId="urn:microsoft.com/office/officeart/2005/8/layout/cycle6"/>
    <dgm:cxn modelId="{78FF237B-0C71-41CE-8B2D-221015A36D5C}" srcId="{01A24887-18CB-460A-B2DB-771CC6A93CD1}" destId="{CDABBFD6-1704-4CBC-B236-013F01A9B322}" srcOrd="4" destOrd="0" parTransId="{61E9DF46-4A3F-4EDA-98B5-AEB8781C49F7}" sibTransId="{1445F2D2-2D90-41CD-95B4-8E5377DBBEDE}"/>
    <dgm:cxn modelId="{B4FF388A-F490-4289-A1B8-9617D225CD8B}" srcId="{01A24887-18CB-460A-B2DB-771CC6A93CD1}" destId="{D2F866A6-EC62-4DFB-946F-8E17D468D5B6}" srcOrd="3" destOrd="0" parTransId="{BDB68E7A-B17F-4BAD-960C-CBB4EDFF0698}" sibTransId="{397BDF9D-1B13-4799-AD18-4D493992D20A}"/>
    <dgm:cxn modelId="{2A8D48A9-5348-374F-B14F-E38D49145E9D}" type="presOf" srcId="{FE51C581-9B30-4CD1-B74A-4F0EEB89A5AB}" destId="{E9F847E3-3816-D741-96E0-4B2F77674E71}" srcOrd="0" destOrd="0" presId="urn:microsoft.com/office/officeart/2005/8/layout/cycle6"/>
    <dgm:cxn modelId="{E5E1B4BA-79B8-2044-8044-EE0335855ADB}" type="presOf" srcId="{D2F866A6-EC62-4DFB-946F-8E17D468D5B6}" destId="{C0EEF6C1-06BC-9144-B583-2D726435A907}" srcOrd="0" destOrd="0" presId="urn:microsoft.com/office/officeart/2005/8/layout/cycle6"/>
    <dgm:cxn modelId="{4FDFA9C8-434B-4A78-A292-FED75FA7DEE8}" srcId="{01A24887-18CB-460A-B2DB-771CC6A93CD1}" destId="{72F35486-88BA-4289-B406-366B0556EAC6}" srcOrd="2" destOrd="0" parTransId="{85F98094-EB5D-41F4-9713-6346F135E9AA}" sibTransId="{1EB9D18B-E5E2-4633-9074-B84FF7B04AB7}"/>
    <dgm:cxn modelId="{7A895EC9-EB1D-2E49-B31E-16DB1F4F1E3F}" type="presOf" srcId="{E9E802F8-B222-487E-86DB-DED449328C1D}" destId="{D3AF180F-66D9-AD46-906E-16D7D26DE1FD}" srcOrd="0" destOrd="0" presId="urn:microsoft.com/office/officeart/2005/8/layout/cycle6"/>
    <dgm:cxn modelId="{818116D2-36E0-0442-B3A9-3889954DF25B}" type="presOf" srcId="{CDABBFD6-1704-4CBC-B236-013F01A9B322}" destId="{1F76BB33-C876-D746-AA1F-8A9A9F9118A8}" srcOrd="0" destOrd="0" presId="urn:microsoft.com/office/officeart/2005/8/layout/cycle6"/>
    <dgm:cxn modelId="{1891B5D9-9E7F-D34C-A42E-1054D02641A6}" type="presOf" srcId="{1EB9D18B-E5E2-4633-9074-B84FF7B04AB7}" destId="{3164ADFD-5979-9B43-A709-EE6D548C6F46}" srcOrd="0" destOrd="0" presId="urn:microsoft.com/office/officeart/2005/8/layout/cycle6"/>
    <dgm:cxn modelId="{AD8F8EE0-0B3B-D046-8A68-F1EEDB73F34F}" type="presParOf" srcId="{D506FFF6-1323-314C-B5FC-E5F1A899E140}" destId="{E9F847E3-3816-D741-96E0-4B2F77674E71}" srcOrd="0" destOrd="0" presId="urn:microsoft.com/office/officeart/2005/8/layout/cycle6"/>
    <dgm:cxn modelId="{3A61597B-FB68-544E-88DF-D7F92F554A4E}" type="presParOf" srcId="{D506FFF6-1323-314C-B5FC-E5F1A899E140}" destId="{9B4CEA7D-D1BE-674D-9A31-1DC31A211C71}" srcOrd="1" destOrd="0" presId="urn:microsoft.com/office/officeart/2005/8/layout/cycle6"/>
    <dgm:cxn modelId="{379EBD97-496A-1242-A7C3-F4FF772EC71A}" type="presParOf" srcId="{D506FFF6-1323-314C-B5FC-E5F1A899E140}" destId="{56CEF91C-009E-2843-94DA-8A419009CBD7}" srcOrd="2" destOrd="0" presId="urn:microsoft.com/office/officeart/2005/8/layout/cycle6"/>
    <dgm:cxn modelId="{A7F886C7-F2A6-B348-B82F-AFFD6A8B08CE}" type="presParOf" srcId="{D506FFF6-1323-314C-B5FC-E5F1A899E140}" destId="{F85A9AB2-FF40-A849-A03F-E4069E1280EC}" srcOrd="3" destOrd="0" presId="urn:microsoft.com/office/officeart/2005/8/layout/cycle6"/>
    <dgm:cxn modelId="{A2ABE799-79BF-0A42-92F3-808C0E5CD637}" type="presParOf" srcId="{D506FFF6-1323-314C-B5FC-E5F1A899E140}" destId="{73D50031-89C7-FE45-B179-91A1C74D1DE9}" srcOrd="4" destOrd="0" presId="urn:microsoft.com/office/officeart/2005/8/layout/cycle6"/>
    <dgm:cxn modelId="{70710081-DC97-C04A-8480-4B607FA42915}" type="presParOf" srcId="{D506FFF6-1323-314C-B5FC-E5F1A899E140}" destId="{D3AF180F-66D9-AD46-906E-16D7D26DE1FD}" srcOrd="5" destOrd="0" presId="urn:microsoft.com/office/officeart/2005/8/layout/cycle6"/>
    <dgm:cxn modelId="{D997437E-D35C-8B4E-A2F9-7FD8A6FF7AAC}" type="presParOf" srcId="{D506FFF6-1323-314C-B5FC-E5F1A899E140}" destId="{DBC492B6-31FB-E94D-B38B-5D94FECD0FCB}" srcOrd="6" destOrd="0" presId="urn:microsoft.com/office/officeart/2005/8/layout/cycle6"/>
    <dgm:cxn modelId="{E5B0F426-5869-D14D-86CD-00F7890F759D}" type="presParOf" srcId="{D506FFF6-1323-314C-B5FC-E5F1A899E140}" destId="{747360B7-C90D-4C41-8431-28B5065A8B9F}" srcOrd="7" destOrd="0" presId="urn:microsoft.com/office/officeart/2005/8/layout/cycle6"/>
    <dgm:cxn modelId="{78EDA9E9-02CD-4645-96E6-F99E1137816D}" type="presParOf" srcId="{D506FFF6-1323-314C-B5FC-E5F1A899E140}" destId="{3164ADFD-5979-9B43-A709-EE6D548C6F46}" srcOrd="8" destOrd="0" presId="urn:microsoft.com/office/officeart/2005/8/layout/cycle6"/>
    <dgm:cxn modelId="{88887575-6EA2-064E-B69C-2335E7FE9601}" type="presParOf" srcId="{D506FFF6-1323-314C-B5FC-E5F1A899E140}" destId="{C0EEF6C1-06BC-9144-B583-2D726435A907}" srcOrd="9" destOrd="0" presId="urn:microsoft.com/office/officeart/2005/8/layout/cycle6"/>
    <dgm:cxn modelId="{2273CD5B-7864-7141-8B4E-6E3BB8174DF7}" type="presParOf" srcId="{D506FFF6-1323-314C-B5FC-E5F1A899E140}" destId="{12FAED29-2368-6B48-B074-C16A3DAA70F0}" srcOrd="10" destOrd="0" presId="urn:microsoft.com/office/officeart/2005/8/layout/cycle6"/>
    <dgm:cxn modelId="{2951F2CA-5537-554B-A531-EA8914AB33F7}" type="presParOf" srcId="{D506FFF6-1323-314C-B5FC-E5F1A899E140}" destId="{91C83307-9D43-E748-950E-8FA337E846C3}" srcOrd="11" destOrd="0" presId="urn:microsoft.com/office/officeart/2005/8/layout/cycle6"/>
    <dgm:cxn modelId="{7DEA1565-B0FA-C74C-9451-E16AA288DE21}" type="presParOf" srcId="{D506FFF6-1323-314C-B5FC-E5F1A899E140}" destId="{1F76BB33-C876-D746-AA1F-8A9A9F9118A8}" srcOrd="12" destOrd="0" presId="urn:microsoft.com/office/officeart/2005/8/layout/cycle6"/>
    <dgm:cxn modelId="{1C366EE0-CA9C-824F-A50A-58F8BE713E9F}" type="presParOf" srcId="{D506FFF6-1323-314C-B5FC-E5F1A899E140}" destId="{4A6952A7-3002-874D-9E1E-3E173AB7659A}" srcOrd="13" destOrd="0" presId="urn:microsoft.com/office/officeart/2005/8/layout/cycle6"/>
    <dgm:cxn modelId="{11129BB4-91E6-CF46-A98D-6490CE0F6021}" type="presParOf" srcId="{D506FFF6-1323-314C-B5FC-E5F1A899E140}" destId="{D52088B3-D1A2-F243-94C4-D2CD598D7BF7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87891A-1389-4972-8189-CA229EF1953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6ED9580-ADE5-40B2-9034-A285AE036D15}">
      <dgm:prSet/>
      <dgm:spPr/>
      <dgm:t>
        <a:bodyPr/>
        <a:lstStyle/>
        <a:p>
          <a:r>
            <a:rPr lang="en-US"/>
            <a:t>Figma for UI/UX design for low-fidelity wireframes</a:t>
          </a:r>
        </a:p>
      </dgm:t>
    </dgm:pt>
    <dgm:pt modelId="{C7389DA0-1F54-4289-9C5E-24E58FC4A90F}" type="parTrans" cxnId="{8AA0465F-FDE3-4361-A051-CEF5A13B8126}">
      <dgm:prSet/>
      <dgm:spPr/>
      <dgm:t>
        <a:bodyPr/>
        <a:lstStyle/>
        <a:p>
          <a:endParaRPr lang="en-US"/>
        </a:p>
      </dgm:t>
    </dgm:pt>
    <dgm:pt modelId="{60803ADA-6CB0-4A9F-8C34-2CA8C1A8EF48}" type="sibTrans" cxnId="{8AA0465F-FDE3-4361-A051-CEF5A13B8126}">
      <dgm:prSet/>
      <dgm:spPr/>
      <dgm:t>
        <a:bodyPr/>
        <a:lstStyle/>
        <a:p>
          <a:endParaRPr lang="en-US"/>
        </a:p>
      </dgm:t>
    </dgm:pt>
    <dgm:pt modelId="{9BB5B62F-2B7E-430B-82DB-2C6E20370C53}">
      <dgm:prSet/>
      <dgm:spPr/>
      <dgm:t>
        <a:bodyPr/>
        <a:lstStyle/>
        <a:p>
          <a:r>
            <a:rPr lang="en-US"/>
            <a:t>User Research</a:t>
          </a:r>
        </a:p>
      </dgm:t>
    </dgm:pt>
    <dgm:pt modelId="{E26C5008-8082-443E-8A5D-27692EAFBB02}" type="parTrans" cxnId="{DB8F3683-CBF3-4196-9C42-559CDFDAAF74}">
      <dgm:prSet/>
      <dgm:spPr/>
      <dgm:t>
        <a:bodyPr/>
        <a:lstStyle/>
        <a:p>
          <a:endParaRPr lang="en-US"/>
        </a:p>
      </dgm:t>
    </dgm:pt>
    <dgm:pt modelId="{A6DCA377-4AA8-478C-82A8-CDCBB872DBA6}" type="sibTrans" cxnId="{DB8F3683-CBF3-4196-9C42-559CDFDAAF74}">
      <dgm:prSet/>
      <dgm:spPr/>
      <dgm:t>
        <a:bodyPr/>
        <a:lstStyle/>
        <a:p>
          <a:endParaRPr lang="en-US"/>
        </a:p>
      </dgm:t>
    </dgm:pt>
    <dgm:pt modelId="{F56E4A11-CB44-404D-8266-AFAD10F3A52D}">
      <dgm:prSet/>
      <dgm:spPr/>
      <dgm:t>
        <a:bodyPr/>
        <a:lstStyle/>
        <a:p>
          <a:r>
            <a:rPr lang="en-US"/>
            <a:t>User personas to target potential users</a:t>
          </a:r>
        </a:p>
      </dgm:t>
    </dgm:pt>
    <dgm:pt modelId="{674C7164-FB24-4DA5-B6EC-812B11877CA3}" type="parTrans" cxnId="{67CB5D24-083C-4B46-A290-D011AC9CC78A}">
      <dgm:prSet/>
      <dgm:spPr/>
      <dgm:t>
        <a:bodyPr/>
        <a:lstStyle/>
        <a:p>
          <a:endParaRPr lang="en-US"/>
        </a:p>
      </dgm:t>
    </dgm:pt>
    <dgm:pt modelId="{01B142BC-B34F-4DB0-ADD5-076E6E35449E}" type="sibTrans" cxnId="{67CB5D24-083C-4B46-A290-D011AC9CC78A}">
      <dgm:prSet/>
      <dgm:spPr/>
      <dgm:t>
        <a:bodyPr/>
        <a:lstStyle/>
        <a:p>
          <a:endParaRPr lang="en-US"/>
        </a:p>
      </dgm:t>
    </dgm:pt>
    <dgm:pt modelId="{AC2AF896-45B2-402B-8833-941F4946A976}">
      <dgm:prSet/>
      <dgm:spPr/>
      <dgm:t>
        <a:bodyPr/>
        <a:lstStyle/>
        <a:p>
          <a:r>
            <a:rPr lang="en-US"/>
            <a:t>User journeys to detail app navigation options</a:t>
          </a:r>
        </a:p>
      </dgm:t>
    </dgm:pt>
    <dgm:pt modelId="{A6F02896-A4CC-4507-A9D8-73AF2DA670E5}" type="parTrans" cxnId="{4189D750-A93E-4A58-A804-BE149090BC6C}">
      <dgm:prSet/>
      <dgm:spPr/>
      <dgm:t>
        <a:bodyPr/>
        <a:lstStyle/>
        <a:p>
          <a:endParaRPr lang="en-US"/>
        </a:p>
      </dgm:t>
    </dgm:pt>
    <dgm:pt modelId="{4D70BDBC-822E-4772-A147-3F8A40E44311}" type="sibTrans" cxnId="{4189D750-A93E-4A58-A804-BE149090BC6C}">
      <dgm:prSet/>
      <dgm:spPr/>
      <dgm:t>
        <a:bodyPr/>
        <a:lstStyle/>
        <a:p>
          <a:endParaRPr lang="en-US"/>
        </a:p>
      </dgm:t>
    </dgm:pt>
    <dgm:pt modelId="{EC3BC9E5-E21C-46AC-8147-F350E9DD6837}">
      <dgm:prSet/>
      <dgm:spPr/>
      <dgm:t>
        <a:bodyPr/>
        <a:lstStyle/>
        <a:p>
          <a:r>
            <a:rPr lang="en-US" dirty="0"/>
            <a:t>Information Architecture</a:t>
          </a:r>
        </a:p>
      </dgm:t>
    </dgm:pt>
    <dgm:pt modelId="{7F1C35A3-2649-428B-96E1-62932748A384}" type="parTrans" cxnId="{0099A08A-2239-4068-8E8F-348769D78F15}">
      <dgm:prSet/>
      <dgm:spPr/>
      <dgm:t>
        <a:bodyPr/>
        <a:lstStyle/>
        <a:p>
          <a:endParaRPr lang="en-US"/>
        </a:p>
      </dgm:t>
    </dgm:pt>
    <dgm:pt modelId="{61D7349B-833D-45DD-B1E9-47B73395758B}" type="sibTrans" cxnId="{0099A08A-2239-4068-8E8F-348769D78F15}">
      <dgm:prSet/>
      <dgm:spPr/>
      <dgm:t>
        <a:bodyPr/>
        <a:lstStyle/>
        <a:p>
          <a:endParaRPr lang="en-US"/>
        </a:p>
      </dgm:t>
    </dgm:pt>
    <dgm:pt modelId="{F88FC058-284F-4D2D-A814-06A9F7555F9F}">
      <dgm:prSet/>
      <dgm:spPr/>
      <dgm:t>
        <a:bodyPr/>
        <a:lstStyle/>
        <a:p>
          <a:r>
            <a:rPr lang="en-US"/>
            <a:t>Higher-fidelity prototypes</a:t>
          </a:r>
        </a:p>
      </dgm:t>
    </dgm:pt>
    <dgm:pt modelId="{FEF0621C-AD25-4879-B349-6779AE722F28}" type="parTrans" cxnId="{D83A4BE5-A948-477C-8F7D-3EFE43A25986}">
      <dgm:prSet/>
      <dgm:spPr/>
      <dgm:t>
        <a:bodyPr/>
        <a:lstStyle/>
        <a:p>
          <a:endParaRPr lang="en-US"/>
        </a:p>
      </dgm:t>
    </dgm:pt>
    <dgm:pt modelId="{7EAE2021-9639-4373-AFF1-F50E30CDD308}" type="sibTrans" cxnId="{D83A4BE5-A948-477C-8F7D-3EFE43A25986}">
      <dgm:prSet/>
      <dgm:spPr/>
      <dgm:t>
        <a:bodyPr/>
        <a:lstStyle/>
        <a:p>
          <a:endParaRPr lang="en-US"/>
        </a:p>
      </dgm:t>
    </dgm:pt>
    <dgm:pt modelId="{4A5B6925-1E42-433E-AD99-386D727D4BB3}">
      <dgm:prSet/>
      <dgm:spPr/>
      <dgm:t>
        <a:bodyPr/>
        <a:lstStyle/>
        <a:p>
          <a:r>
            <a:rPr lang="en-US"/>
            <a:t>Accessibility Implementation (WCAG Compliance)</a:t>
          </a:r>
        </a:p>
      </dgm:t>
    </dgm:pt>
    <dgm:pt modelId="{B43EBFBE-B463-448B-BF76-356D2DA39DF0}" type="parTrans" cxnId="{4B949450-90EC-4677-AD82-D24D93F09643}">
      <dgm:prSet/>
      <dgm:spPr/>
      <dgm:t>
        <a:bodyPr/>
        <a:lstStyle/>
        <a:p>
          <a:endParaRPr lang="en-US"/>
        </a:p>
      </dgm:t>
    </dgm:pt>
    <dgm:pt modelId="{8107FC1E-086A-44BC-8C26-962720E620BE}" type="sibTrans" cxnId="{4B949450-90EC-4677-AD82-D24D93F09643}">
      <dgm:prSet/>
      <dgm:spPr/>
      <dgm:t>
        <a:bodyPr/>
        <a:lstStyle/>
        <a:p>
          <a:endParaRPr lang="en-US"/>
        </a:p>
      </dgm:t>
    </dgm:pt>
    <dgm:pt modelId="{529118CC-DACF-402E-8E13-0EF19026CA5E}">
      <dgm:prSet/>
      <dgm:spPr/>
      <dgm:t>
        <a:bodyPr/>
        <a:lstStyle/>
        <a:p>
          <a:r>
            <a:rPr lang="en-US"/>
            <a:t>User Testing &amp; Iteration</a:t>
          </a:r>
        </a:p>
      </dgm:t>
    </dgm:pt>
    <dgm:pt modelId="{AAB8A4C7-F23D-424A-BD5C-975B84894079}" type="parTrans" cxnId="{64CBFE68-1796-4181-AF1E-3C22DF0BAFCE}">
      <dgm:prSet/>
      <dgm:spPr/>
      <dgm:t>
        <a:bodyPr/>
        <a:lstStyle/>
        <a:p>
          <a:endParaRPr lang="en-US"/>
        </a:p>
      </dgm:t>
    </dgm:pt>
    <dgm:pt modelId="{E2E5D0DC-4B03-4CE1-BF46-58AB61A47D35}" type="sibTrans" cxnId="{64CBFE68-1796-4181-AF1E-3C22DF0BAFCE}">
      <dgm:prSet/>
      <dgm:spPr/>
      <dgm:t>
        <a:bodyPr/>
        <a:lstStyle/>
        <a:p>
          <a:endParaRPr lang="en-US"/>
        </a:p>
      </dgm:t>
    </dgm:pt>
    <dgm:pt modelId="{B6EA093A-0C25-3147-8FD5-E49F3E29C5BE}">
      <dgm:prSet/>
      <dgm:spPr/>
      <dgm:t>
        <a:bodyPr/>
        <a:lstStyle/>
        <a:p>
          <a:r>
            <a:rPr lang="en-US" dirty="0"/>
            <a:t>site structure</a:t>
          </a:r>
        </a:p>
      </dgm:t>
    </dgm:pt>
    <dgm:pt modelId="{58163878-DFD8-C749-A30C-920ADF91D3F4}" type="parTrans" cxnId="{8649143B-20F8-4E40-8D8A-EEC6DB66E692}">
      <dgm:prSet/>
      <dgm:spPr/>
      <dgm:t>
        <a:bodyPr/>
        <a:lstStyle/>
        <a:p>
          <a:endParaRPr lang="en-US"/>
        </a:p>
      </dgm:t>
    </dgm:pt>
    <dgm:pt modelId="{ECEA90B8-E65F-8445-A947-6E0BF0D94947}" type="sibTrans" cxnId="{8649143B-20F8-4E40-8D8A-EEC6DB66E692}">
      <dgm:prSet/>
      <dgm:spPr/>
      <dgm:t>
        <a:bodyPr/>
        <a:lstStyle/>
        <a:p>
          <a:endParaRPr lang="en-US"/>
        </a:p>
      </dgm:t>
    </dgm:pt>
    <dgm:pt modelId="{629EF71C-2AFD-A643-AA20-1A604408D46E}">
      <dgm:prSet/>
      <dgm:spPr/>
      <dgm:t>
        <a:bodyPr/>
        <a:lstStyle/>
        <a:p>
          <a:r>
            <a:rPr lang="en-US" dirty="0"/>
            <a:t>data storage alternatives</a:t>
          </a:r>
        </a:p>
      </dgm:t>
    </dgm:pt>
    <dgm:pt modelId="{DC77F4BF-9CDC-074A-9E62-ADD0F15C6D21}" type="parTrans" cxnId="{EDE84712-BAAF-5947-807D-A4D4446B854A}">
      <dgm:prSet/>
      <dgm:spPr/>
      <dgm:t>
        <a:bodyPr/>
        <a:lstStyle/>
        <a:p>
          <a:endParaRPr lang="en-US"/>
        </a:p>
      </dgm:t>
    </dgm:pt>
    <dgm:pt modelId="{2F339E24-BBD7-E94F-8C5C-9DAF8C61D34F}" type="sibTrans" cxnId="{EDE84712-BAAF-5947-807D-A4D4446B854A}">
      <dgm:prSet/>
      <dgm:spPr/>
      <dgm:t>
        <a:bodyPr/>
        <a:lstStyle/>
        <a:p>
          <a:endParaRPr lang="en-US"/>
        </a:p>
      </dgm:t>
    </dgm:pt>
    <dgm:pt modelId="{BC82BDD4-B840-FB40-A48B-5F265368FD56}" type="pres">
      <dgm:prSet presAssocID="{8687891A-1389-4972-8189-CA229EF1953D}" presName="Name0" presStyleCnt="0">
        <dgm:presLayoutVars>
          <dgm:dir/>
          <dgm:resizeHandles val="exact"/>
        </dgm:presLayoutVars>
      </dgm:prSet>
      <dgm:spPr/>
    </dgm:pt>
    <dgm:pt modelId="{0650D76B-9AC1-5B4E-861C-123FB2ECA1A3}" type="pres">
      <dgm:prSet presAssocID="{26ED9580-ADE5-40B2-9034-A285AE036D15}" presName="node" presStyleLbl="node1" presStyleIdx="0" presStyleCnt="6">
        <dgm:presLayoutVars>
          <dgm:bulletEnabled val="1"/>
        </dgm:presLayoutVars>
      </dgm:prSet>
      <dgm:spPr/>
    </dgm:pt>
    <dgm:pt modelId="{20D62BC0-E84E-D54E-8C42-06119E7ED6CD}" type="pres">
      <dgm:prSet presAssocID="{60803ADA-6CB0-4A9F-8C34-2CA8C1A8EF48}" presName="sibTrans" presStyleLbl="sibTrans1D1" presStyleIdx="0" presStyleCnt="5"/>
      <dgm:spPr/>
    </dgm:pt>
    <dgm:pt modelId="{F1FD4A93-F758-2943-B40A-D35E1572D478}" type="pres">
      <dgm:prSet presAssocID="{60803ADA-6CB0-4A9F-8C34-2CA8C1A8EF48}" presName="connectorText" presStyleLbl="sibTrans1D1" presStyleIdx="0" presStyleCnt="5"/>
      <dgm:spPr/>
    </dgm:pt>
    <dgm:pt modelId="{F758AB31-6E04-9246-834E-97428F0A694F}" type="pres">
      <dgm:prSet presAssocID="{9BB5B62F-2B7E-430B-82DB-2C6E20370C53}" presName="node" presStyleLbl="node1" presStyleIdx="1" presStyleCnt="6">
        <dgm:presLayoutVars>
          <dgm:bulletEnabled val="1"/>
        </dgm:presLayoutVars>
      </dgm:prSet>
      <dgm:spPr/>
    </dgm:pt>
    <dgm:pt modelId="{E74C9960-0BDD-134C-A56F-A430291B0B45}" type="pres">
      <dgm:prSet presAssocID="{A6DCA377-4AA8-478C-82A8-CDCBB872DBA6}" presName="sibTrans" presStyleLbl="sibTrans1D1" presStyleIdx="1" presStyleCnt="5"/>
      <dgm:spPr/>
    </dgm:pt>
    <dgm:pt modelId="{A0B44E6B-9600-6E41-ACE4-AE2B35A6A46A}" type="pres">
      <dgm:prSet presAssocID="{A6DCA377-4AA8-478C-82A8-CDCBB872DBA6}" presName="connectorText" presStyleLbl="sibTrans1D1" presStyleIdx="1" presStyleCnt="5"/>
      <dgm:spPr/>
    </dgm:pt>
    <dgm:pt modelId="{36A90A5D-0FE3-CE42-B557-0D092FE77C50}" type="pres">
      <dgm:prSet presAssocID="{EC3BC9E5-E21C-46AC-8147-F350E9DD6837}" presName="node" presStyleLbl="node1" presStyleIdx="2" presStyleCnt="6">
        <dgm:presLayoutVars>
          <dgm:bulletEnabled val="1"/>
        </dgm:presLayoutVars>
      </dgm:prSet>
      <dgm:spPr/>
    </dgm:pt>
    <dgm:pt modelId="{EE7C1992-75E7-5D40-A3F3-AE4AEF14CF06}" type="pres">
      <dgm:prSet presAssocID="{61D7349B-833D-45DD-B1E9-47B73395758B}" presName="sibTrans" presStyleLbl="sibTrans1D1" presStyleIdx="2" presStyleCnt="5"/>
      <dgm:spPr/>
    </dgm:pt>
    <dgm:pt modelId="{AC050334-11DE-F64A-A9D5-EDE2D2FB05F7}" type="pres">
      <dgm:prSet presAssocID="{61D7349B-833D-45DD-B1E9-47B73395758B}" presName="connectorText" presStyleLbl="sibTrans1D1" presStyleIdx="2" presStyleCnt="5"/>
      <dgm:spPr/>
    </dgm:pt>
    <dgm:pt modelId="{1869D98C-6749-7549-BF47-C4177D6E30C7}" type="pres">
      <dgm:prSet presAssocID="{F88FC058-284F-4D2D-A814-06A9F7555F9F}" presName="node" presStyleLbl="node1" presStyleIdx="3" presStyleCnt="6">
        <dgm:presLayoutVars>
          <dgm:bulletEnabled val="1"/>
        </dgm:presLayoutVars>
      </dgm:prSet>
      <dgm:spPr/>
    </dgm:pt>
    <dgm:pt modelId="{FCA1F3C8-4281-5A47-B3BA-93D60AEC6FE8}" type="pres">
      <dgm:prSet presAssocID="{7EAE2021-9639-4373-AFF1-F50E30CDD308}" presName="sibTrans" presStyleLbl="sibTrans1D1" presStyleIdx="3" presStyleCnt="5"/>
      <dgm:spPr/>
    </dgm:pt>
    <dgm:pt modelId="{FDC04ED3-9532-BB49-8252-39E6EBD8FBD9}" type="pres">
      <dgm:prSet presAssocID="{7EAE2021-9639-4373-AFF1-F50E30CDD308}" presName="connectorText" presStyleLbl="sibTrans1D1" presStyleIdx="3" presStyleCnt="5"/>
      <dgm:spPr/>
    </dgm:pt>
    <dgm:pt modelId="{60A9F653-3A02-CD47-BD50-68D1FC1FD695}" type="pres">
      <dgm:prSet presAssocID="{4A5B6925-1E42-433E-AD99-386D727D4BB3}" presName="node" presStyleLbl="node1" presStyleIdx="4" presStyleCnt="6">
        <dgm:presLayoutVars>
          <dgm:bulletEnabled val="1"/>
        </dgm:presLayoutVars>
      </dgm:prSet>
      <dgm:spPr/>
    </dgm:pt>
    <dgm:pt modelId="{5DD194A4-C2F0-D14A-9155-24FABA19A404}" type="pres">
      <dgm:prSet presAssocID="{8107FC1E-086A-44BC-8C26-962720E620BE}" presName="sibTrans" presStyleLbl="sibTrans1D1" presStyleIdx="4" presStyleCnt="5"/>
      <dgm:spPr/>
    </dgm:pt>
    <dgm:pt modelId="{C3DF382C-0F31-8D45-BC03-89EC0B10E5AE}" type="pres">
      <dgm:prSet presAssocID="{8107FC1E-086A-44BC-8C26-962720E620BE}" presName="connectorText" presStyleLbl="sibTrans1D1" presStyleIdx="4" presStyleCnt="5"/>
      <dgm:spPr/>
    </dgm:pt>
    <dgm:pt modelId="{FE725079-C691-944C-96A8-D9B1C9B03730}" type="pres">
      <dgm:prSet presAssocID="{529118CC-DACF-402E-8E13-0EF19026CA5E}" presName="node" presStyleLbl="node1" presStyleIdx="5" presStyleCnt="6">
        <dgm:presLayoutVars>
          <dgm:bulletEnabled val="1"/>
        </dgm:presLayoutVars>
      </dgm:prSet>
      <dgm:spPr/>
    </dgm:pt>
  </dgm:ptLst>
  <dgm:cxnLst>
    <dgm:cxn modelId="{4A579504-BA3A-DB43-B03F-94985709EEE9}" type="presOf" srcId="{8687891A-1389-4972-8189-CA229EF1953D}" destId="{BC82BDD4-B840-FB40-A48B-5F265368FD56}" srcOrd="0" destOrd="0" presId="urn:microsoft.com/office/officeart/2016/7/layout/RepeatingBendingProcessNew"/>
    <dgm:cxn modelId="{6B133107-CDBE-064A-9305-3AD2DA998827}" type="presOf" srcId="{7EAE2021-9639-4373-AFF1-F50E30CDD308}" destId="{FCA1F3C8-4281-5A47-B3BA-93D60AEC6FE8}" srcOrd="0" destOrd="0" presId="urn:microsoft.com/office/officeart/2016/7/layout/RepeatingBendingProcessNew"/>
    <dgm:cxn modelId="{EDE84712-BAAF-5947-807D-A4D4446B854A}" srcId="{EC3BC9E5-E21C-46AC-8147-F350E9DD6837}" destId="{629EF71C-2AFD-A643-AA20-1A604408D46E}" srcOrd="1" destOrd="0" parTransId="{DC77F4BF-9CDC-074A-9E62-ADD0F15C6D21}" sibTransId="{2F339E24-BBD7-E94F-8C5C-9DAF8C61D34F}"/>
    <dgm:cxn modelId="{67CB5D24-083C-4B46-A290-D011AC9CC78A}" srcId="{9BB5B62F-2B7E-430B-82DB-2C6E20370C53}" destId="{F56E4A11-CB44-404D-8266-AFAD10F3A52D}" srcOrd="0" destOrd="0" parTransId="{674C7164-FB24-4DA5-B6EC-812B11877CA3}" sibTransId="{01B142BC-B34F-4DB0-ADD5-076E6E35449E}"/>
    <dgm:cxn modelId="{9C7B5D2C-3A55-E34C-90EF-F4BFBE756416}" type="presOf" srcId="{60803ADA-6CB0-4A9F-8C34-2CA8C1A8EF48}" destId="{20D62BC0-E84E-D54E-8C42-06119E7ED6CD}" srcOrd="0" destOrd="0" presId="urn:microsoft.com/office/officeart/2016/7/layout/RepeatingBendingProcessNew"/>
    <dgm:cxn modelId="{8649143B-20F8-4E40-8D8A-EEC6DB66E692}" srcId="{EC3BC9E5-E21C-46AC-8147-F350E9DD6837}" destId="{B6EA093A-0C25-3147-8FD5-E49F3E29C5BE}" srcOrd="0" destOrd="0" parTransId="{58163878-DFD8-C749-A30C-920ADF91D3F4}" sibTransId="{ECEA90B8-E65F-8445-A947-6E0BF0D94947}"/>
    <dgm:cxn modelId="{BA62E43F-6DC8-0746-9B5F-7F6B3EF8D829}" type="presOf" srcId="{629EF71C-2AFD-A643-AA20-1A604408D46E}" destId="{36A90A5D-0FE3-CE42-B557-0D092FE77C50}" srcOrd="0" destOrd="2" presId="urn:microsoft.com/office/officeart/2016/7/layout/RepeatingBendingProcessNew"/>
    <dgm:cxn modelId="{FF9D5A46-9642-634D-A01A-AB1A3E12A5BD}" type="presOf" srcId="{61D7349B-833D-45DD-B1E9-47B73395758B}" destId="{AC050334-11DE-F64A-A9D5-EDE2D2FB05F7}" srcOrd="1" destOrd="0" presId="urn:microsoft.com/office/officeart/2016/7/layout/RepeatingBendingProcessNew"/>
    <dgm:cxn modelId="{1680AC4B-11FE-C943-AABD-64BC1B0CEEB2}" type="presOf" srcId="{529118CC-DACF-402E-8E13-0EF19026CA5E}" destId="{FE725079-C691-944C-96A8-D9B1C9B03730}" srcOrd="0" destOrd="0" presId="urn:microsoft.com/office/officeart/2016/7/layout/RepeatingBendingProcessNew"/>
    <dgm:cxn modelId="{07603B4C-6960-F845-B2F0-BDC34C1E163F}" type="presOf" srcId="{F88FC058-284F-4D2D-A814-06A9F7555F9F}" destId="{1869D98C-6749-7549-BF47-C4177D6E30C7}" srcOrd="0" destOrd="0" presId="urn:microsoft.com/office/officeart/2016/7/layout/RepeatingBendingProcessNew"/>
    <dgm:cxn modelId="{4B949450-90EC-4677-AD82-D24D93F09643}" srcId="{8687891A-1389-4972-8189-CA229EF1953D}" destId="{4A5B6925-1E42-433E-AD99-386D727D4BB3}" srcOrd="4" destOrd="0" parTransId="{B43EBFBE-B463-448B-BF76-356D2DA39DF0}" sibTransId="{8107FC1E-086A-44BC-8C26-962720E620BE}"/>
    <dgm:cxn modelId="{4189D750-A93E-4A58-A804-BE149090BC6C}" srcId="{9BB5B62F-2B7E-430B-82DB-2C6E20370C53}" destId="{AC2AF896-45B2-402B-8833-941F4946A976}" srcOrd="1" destOrd="0" parTransId="{A6F02896-A4CC-4507-A9D8-73AF2DA670E5}" sibTransId="{4D70BDBC-822E-4772-A147-3F8A40E44311}"/>
    <dgm:cxn modelId="{447B3751-994C-004A-869A-4355DE7BD571}" type="presOf" srcId="{A6DCA377-4AA8-478C-82A8-CDCBB872DBA6}" destId="{E74C9960-0BDD-134C-A56F-A430291B0B45}" srcOrd="0" destOrd="0" presId="urn:microsoft.com/office/officeart/2016/7/layout/RepeatingBendingProcessNew"/>
    <dgm:cxn modelId="{2C85225A-A81B-6E4C-95B0-6989E9B678CB}" type="presOf" srcId="{60803ADA-6CB0-4A9F-8C34-2CA8C1A8EF48}" destId="{F1FD4A93-F758-2943-B40A-D35E1572D478}" srcOrd="1" destOrd="0" presId="urn:microsoft.com/office/officeart/2016/7/layout/RepeatingBendingProcessNew"/>
    <dgm:cxn modelId="{8AA0465F-FDE3-4361-A051-CEF5A13B8126}" srcId="{8687891A-1389-4972-8189-CA229EF1953D}" destId="{26ED9580-ADE5-40B2-9034-A285AE036D15}" srcOrd="0" destOrd="0" parTransId="{C7389DA0-1F54-4289-9C5E-24E58FC4A90F}" sibTransId="{60803ADA-6CB0-4A9F-8C34-2CA8C1A8EF48}"/>
    <dgm:cxn modelId="{CF7DAE62-225F-2945-9EB7-5AD5F5B31787}" type="presOf" srcId="{F56E4A11-CB44-404D-8266-AFAD10F3A52D}" destId="{F758AB31-6E04-9246-834E-97428F0A694F}" srcOrd="0" destOrd="1" presId="urn:microsoft.com/office/officeart/2016/7/layout/RepeatingBendingProcessNew"/>
    <dgm:cxn modelId="{2C2B7B64-1A46-3744-89E3-BE4C256467A5}" type="presOf" srcId="{B6EA093A-0C25-3147-8FD5-E49F3E29C5BE}" destId="{36A90A5D-0FE3-CE42-B557-0D092FE77C50}" srcOrd="0" destOrd="1" presId="urn:microsoft.com/office/officeart/2016/7/layout/RepeatingBendingProcessNew"/>
    <dgm:cxn modelId="{64CBFE68-1796-4181-AF1E-3C22DF0BAFCE}" srcId="{8687891A-1389-4972-8189-CA229EF1953D}" destId="{529118CC-DACF-402E-8E13-0EF19026CA5E}" srcOrd="5" destOrd="0" parTransId="{AAB8A4C7-F23D-424A-BD5C-975B84894079}" sibTransId="{E2E5D0DC-4B03-4CE1-BF46-58AB61A47D35}"/>
    <dgm:cxn modelId="{D3D75276-2C20-1246-9B23-2FD16A7C4FF1}" type="presOf" srcId="{A6DCA377-4AA8-478C-82A8-CDCBB872DBA6}" destId="{A0B44E6B-9600-6E41-ACE4-AE2B35A6A46A}" srcOrd="1" destOrd="0" presId="urn:microsoft.com/office/officeart/2016/7/layout/RepeatingBendingProcessNew"/>
    <dgm:cxn modelId="{DB8F3683-CBF3-4196-9C42-559CDFDAAF74}" srcId="{8687891A-1389-4972-8189-CA229EF1953D}" destId="{9BB5B62F-2B7E-430B-82DB-2C6E20370C53}" srcOrd="1" destOrd="0" parTransId="{E26C5008-8082-443E-8A5D-27692EAFBB02}" sibTransId="{A6DCA377-4AA8-478C-82A8-CDCBB872DBA6}"/>
    <dgm:cxn modelId="{0099A08A-2239-4068-8E8F-348769D78F15}" srcId="{8687891A-1389-4972-8189-CA229EF1953D}" destId="{EC3BC9E5-E21C-46AC-8147-F350E9DD6837}" srcOrd="2" destOrd="0" parTransId="{7F1C35A3-2649-428B-96E1-62932748A384}" sibTransId="{61D7349B-833D-45DD-B1E9-47B73395758B}"/>
    <dgm:cxn modelId="{733F0B9E-9CC7-9B4D-9089-69BAB2735889}" type="presOf" srcId="{4A5B6925-1E42-433E-AD99-386D727D4BB3}" destId="{60A9F653-3A02-CD47-BD50-68D1FC1FD695}" srcOrd="0" destOrd="0" presId="urn:microsoft.com/office/officeart/2016/7/layout/RepeatingBendingProcessNew"/>
    <dgm:cxn modelId="{831E2DA5-3690-904B-A2B1-B839DACADDD9}" type="presOf" srcId="{EC3BC9E5-E21C-46AC-8147-F350E9DD6837}" destId="{36A90A5D-0FE3-CE42-B557-0D092FE77C50}" srcOrd="0" destOrd="0" presId="urn:microsoft.com/office/officeart/2016/7/layout/RepeatingBendingProcessNew"/>
    <dgm:cxn modelId="{0E315CBB-9310-304C-B76E-D4366DFC5A71}" type="presOf" srcId="{61D7349B-833D-45DD-B1E9-47B73395758B}" destId="{EE7C1992-75E7-5D40-A3F3-AE4AEF14CF06}" srcOrd="0" destOrd="0" presId="urn:microsoft.com/office/officeart/2016/7/layout/RepeatingBendingProcessNew"/>
    <dgm:cxn modelId="{0C2FA8E1-3936-3A4F-879A-9752696CD721}" type="presOf" srcId="{9BB5B62F-2B7E-430B-82DB-2C6E20370C53}" destId="{F758AB31-6E04-9246-834E-97428F0A694F}" srcOrd="0" destOrd="0" presId="urn:microsoft.com/office/officeart/2016/7/layout/RepeatingBendingProcessNew"/>
    <dgm:cxn modelId="{D83A4BE5-A948-477C-8F7D-3EFE43A25986}" srcId="{8687891A-1389-4972-8189-CA229EF1953D}" destId="{F88FC058-284F-4D2D-A814-06A9F7555F9F}" srcOrd="3" destOrd="0" parTransId="{FEF0621C-AD25-4879-B349-6779AE722F28}" sibTransId="{7EAE2021-9639-4373-AFF1-F50E30CDD308}"/>
    <dgm:cxn modelId="{AA23FBE9-268E-D842-82E3-9E34EA013DB8}" type="presOf" srcId="{AC2AF896-45B2-402B-8833-941F4946A976}" destId="{F758AB31-6E04-9246-834E-97428F0A694F}" srcOrd="0" destOrd="2" presId="urn:microsoft.com/office/officeart/2016/7/layout/RepeatingBendingProcessNew"/>
    <dgm:cxn modelId="{C24AA8EA-37D4-3042-A07F-D505FD7170AF}" type="presOf" srcId="{8107FC1E-086A-44BC-8C26-962720E620BE}" destId="{C3DF382C-0F31-8D45-BC03-89EC0B10E5AE}" srcOrd="1" destOrd="0" presId="urn:microsoft.com/office/officeart/2016/7/layout/RepeatingBendingProcessNew"/>
    <dgm:cxn modelId="{384FEBEA-6A6D-5B4D-A01C-A6A5EA120466}" type="presOf" srcId="{7EAE2021-9639-4373-AFF1-F50E30CDD308}" destId="{FDC04ED3-9532-BB49-8252-39E6EBD8FBD9}" srcOrd="1" destOrd="0" presId="urn:microsoft.com/office/officeart/2016/7/layout/RepeatingBendingProcessNew"/>
    <dgm:cxn modelId="{AFE8B1F2-CF97-A748-92C0-D7E24019D02B}" type="presOf" srcId="{26ED9580-ADE5-40B2-9034-A285AE036D15}" destId="{0650D76B-9AC1-5B4E-861C-123FB2ECA1A3}" srcOrd="0" destOrd="0" presId="urn:microsoft.com/office/officeart/2016/7/layout/RepeatingBendingProcessNew"/>
    <dgm:cxn modelId="{422244FC-446A-784E-96F3-1B938A6CC6A4}" type="presOf" srcId="{8107FC1E-086A-44BC-8C26-962720E620BE}" destId="{5DD194A4-C2F0-D14A-9155-24FABA19A404}" srcOrd="0" destOrd="0" presId="urn:microsoft.com/office/officeart/2016/7/layout/RepeatingBendingProcessNew"/>
    <dgm:cxn modelId="{D2A9453B-70BD-5A4D-842C-C14A8DB891FD}" type="presParOf" srcId="{BC82BDD4-B840-FB40-A48B-5F265368FD56}" destId="{0650D76B-9AC1-5B4E-861C-123FB2ECA1A3}" srcOrd="0" destOrd="0" presId="urn:microsoft.com/office/officeart/2016/7/layout/RepeatingBendingProcessNew"/>
    <dgm:cxn modelId="{120DCD27-777C-E54F-BA16-62EAC41EB6A9}" type="presParOf" srcId="{BC82BDD4-B840-FB40-A48B-5F265368FD56}" destId="{20D62BC0-E84E-D54E-8C42-06119E7ED6CD}" srcOrd="1" destOrd="0" presId="urn:microsoft.com/office/officeart/2016/7/layout/RepeatingBendingProcessNew"/>
    <dgm:cxn modelId="{35AEA8F5-547C-1346-B861-EB85D9A8622D}" type="presParOf" srcId="{20D62BC0-E84E-D54E-8C42-06119E7ED6CD}" destId="{F1FD4A93-F758-2943-B40A-D35E1572D478}" srcOrd="0" destOrd="0" presId="urn:microsoft.com/office/officeart/2016/7/layout/RepeatingBendingProcessNew"/>
    <dgm:cxn modelId="{739DC0C8-2BF0-9D43-B56D-997A085BB242}" type="presParOf" srcId="{BC82BDD4-B840-FB40-A48B-5F265368FD56}" destId="{F758AB31-6E04-9246-834E-97428F0A694F}" srcOrd="2" destOrd="0" presId="urn:microsoft.com/office/officeart/2016/7/layout/RepeatingBendingProcessNew"/>
    <dgm:cxn modelId="{0E057FA8-8193-C646-9D80-1CEAA3A52A1B}" type="presParOf" srcId="{BC82BDD4-B840-FB40-A48B-5F265368FD56}" destId="{E74C9960-0BDD-134C-A56F-A430291B0B45}" srcOrd="3" destOrd="0" presId="urn:microsoft.com/office/officeart/2016/7/layout/RepeatingBendingProcessNew"/>
    <dgm:cxn modelId="{203A10BD-5B4B-5F4F-B32A-7492E144192E}" type="presParOf" srcId="{E74C9960-0BDD-134C-A56F-A430291B0B45}" destId="{A0B44E6B-9600-6E41-ACE4-AE2B35A6A46A}" srcOrd="0" destOrd="0" presId="urn:microsoft.com/office/officeart/2016/7/layout/RepeatingBendingProcessNew"/>
    <dgm:cxn modelId="{48824EF7-BA08-3A49-AF18-A3E0DD1A2248}" type="presParOf" srcId="{BC82BDD4-B840-FB40-A48B-5F265368FD56}" destId="{36A90A5D-0FE3-CE42-B557-0D092FE77C50}" srcOrd="4" destOrd="0" presId="urn:microsoft.com/office/officeart/2016/7/layout/RepeatingBendingProcessNew"/>
    <dgm:cxn modelId="{0DFDC60E-5B57-3343-B870-492ABE2470FD}" type="presParOf" srcId="{BC82BDD4-B840-FB40-A48B-5F265368FD56}" destId="{EE7C1992-75E7-5D40-A3F3-AE4AEF14CF06}" srcOrd="5" destOrd="0" presId="urn:microsoft.com/office/officeart/2016/7/layout/RepeatingBendingProcessNew"/>
    <dgm:cxn modelId="{A7927207-B58C-E14C-A933-5CE7D553E643}" type="presParOf" srcId="{EE7C1992-75E7-5D40-A3F3-AE4AEF14CF06}" destId="{AC050334-11DE-F64A-A9D5-EDE2D2FB05F7}" srcOrd="0" destOrd="0" presId="urn:microsoft.com/office/officeart/2016/7/layout/RepeatingBendingProcessNew"/>
    <dgm:cxn modelId="{E6F9BE79-8C12-DF43-84AB-EFD8B1218453}" type="presParOf" srcId="{BC82BDD4-B840-FB40-A48B-5F265368FD56}" destId="{1869D98C-6749-7549-BF47-C4177D6E30C7}" srcOrd="6" destOrd="0" presId="urn:microsoft.com/office/officeart/2016/7/layout/RepeatingBendingProcessNew"/>
    <dgm:cxn modelId="{6ABAFD41-80E7-1541-9E30-90B995323225}" type="presParOf" srcId="{BC82BDD4-B840-FB40-A48B-5F265368FD56}" destId="{FCA1F3C8-4281-5A47-B3BA-93D60AEC6FE8}" srcOrd="7" destOrd="0" presId="urn:microsoft.com/office/officeart/2016/7/layout/RepeatingBendingProcessNew"/>
    <dgm:cxn modelId="{8EB688C3-9742-574E-ABE9-47BAE82EBE0C}" type="presParOf" srcId="{FCA1F3C8-4281-5A47-B3BA-93D60AEC6FE8}" destId="{FDC04ED3-9532-BB49-8252-39E6EBD8FBD9}" srcOrd="0" destOrd="0" presId="urn:microsoft.com/office/officeart/2016/7/layout/RepeatingBendingProcessNew"/>
    <dgm:cxn modelId="{29566ACA-0EC0-4944-A5FA-771AF996A426}" type="presParOf" srcId="{BC82BDD4-B840-FB40-A48B-5F265368FD56}" destId="{60A9F653-3A02-CD47-BD50-68D1FC1FD695}" srcOrd="8" destOrd="0" presId="urn:microsoft.com/office/officeart/2016/7/layout/RepeatingBendingProcessNew"/>
    <dgm:cxn modelId="{291A8212-4FBA-1E4C-B744-DEA3BFB383C1}" type="presParOf" srcId="{BC82BDD4-B840-FB40-A48B-5F265368FD56}" destId="{5DD194A4-C2F0-D14A-9155-24FABA19A404}" srcOrd="9" destOrd="0" presId="urn:microsoft.com/office/officeart/2016/7/layout/RepeatingBendingProcessNew"/>
    <dgm:cxn modelId="{4CC12705-8FDD-EF42-9631-F428EA6F35E8}" type="presParOf" srcId="{5DD194A4-C2F0-D14A-9155-24FABA19A404}" destId="{C3DF382C-0F31-8D45-BC03-89EC0B10E5AE}" srcOrd="0" destOrd="0" presId="urn:microsoft.com/office/officeart/2016/7/layout/RepeatingBendingProcessNew"/>
    <dgm:cxn modelId="{5ECAB234-F9A7-D047-BFDA-06DCE13C1141}" type="presParOf" srcId="{BC82BDD4-B840-FB40-A48B-5F265368FD56}" destId="{FE725079-C691-944C-96A8-D9B1C9B0373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56CD2-A9D4-45FE-9B39-3385C10358B8}">
      <dsp:nvSpPr>
        <dsp:cNvPr id="0" name=""/>
        <dsp:cNvSpPr/>
      </dsp:nvSpPr>
      <dsp:spPr>
        <a:xfrm>
          <a:off x="0" y="178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D35E6-0890-43DB-9772-B1CE27662E60}">
      <dsp:nvSpPr>
        <dsp:cNvPr id="0" name=""/>
        <dsp:cNvSpPr/>
      </dsp:nvSpPr>
      <dsp:spPr>
        <a:xfrm>
          <a:off x="229465" y="172457"/>
          <a:ext cx="417210" cy="4172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903D6-A655-4904-A3B5-1AE9AC769D7D}">
      <dsp:nvSpPr>
        <dsp:cNvPr id="0" name=""/>
        <dsp:cNvSpPr/>
      </dsp:nvSpPr>
      <dsp:spPr>
        <a:xfrm>
          <a:off x="876141" y="178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📚 Students and researchers manage documents across multiple courses/projects</a:t>
          </a:r>
          <a:endParaRPr lang="en-US" sz="1800" kern="1200"/>
        </a:p>
      </dsp:txBody>
      <dsp:txXfrm>
        <a:off x="876141" y="1780"/>
        <a:ext cx="4984948" cy="758564"/>
      </dsp:txXfrm>
    </dsp:sp>
    <dsp:sp modelId="{C2BB3ED6-5E7E-43C0-BDAD-E53C2A125C8D}">
      <dsp:nvSpPr>
        <dsp:cNvPr id="0" name=""/>
        <dsp:cNvSpPr/>
      </dsp:nvSpPr>
      <dsp:spPr>
        <a:xfrm>
          <a:off x="0" y="94998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737F4-FE7D-4538-9E82-429E90AC1E86}">
      <dsp:nvSpPr>
        <dsp:cNvPr id="0" name=""/>
        <dsp:cNvSpPr/>
      </dsp:nvSpPr>
      <dsp:spPr>
        <a:xfrm>
          <a:off x="229465" y="1120662"/>
          <a:ext cx="417210" cy="4172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B842F-BA20-4E86-870F-6AB04FC51476}">
      <dsp:nvSpPr>
        <dsp:cNvPr id="0" name=""/>
        <dsp:cNvSpPr/>
      </dsp:nvSpPr>
      <dsp:spPr>
        <a:xfrm>
          <a:off x="876141" y="94998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⏰ Traditional study methods are time-consuming and inefficient</a:t>
          </a:r>
          <a:endParaRPr lang="en-US" sz="1800" kern="1200"/>
        </a:p>
      </dsp:txBody>
      <dsp:txXfrm>
        <a:off x="876141" y="949985"/>
        <a:ext cx="4984948" cy="758564"/>
      </dsp:txXfrm>
    </dsp:sp>
    <dsp:sp modelId="{AC5A3174-FE77-4EFC-A72A-B374FA23E902}">
      <dsp:nvSpPr>
        <dsp:cNvPr id="0" name=""/>
        <dsp:cNvSpPr/>
      </dsp:nvSpPr>
      <dsp:spPr>
        <a:xfrm>
          <a:off x="0" y="189819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C3DC3-AD7F-4BF2-8CE0-FB03DD861D68}">
      <dsp:nvSpPr>
        <dsp:cNvPr id="0" name=""/>
        <dsp:cNvSpPr/>
      </dsp:nvSpPr>
      <dsp:spPr>
        <a:xfrm>
          <a:off x="229465" y="2068867"/>
          <a:ext cx="417210" cy="4172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FD5CD-7808-474C-9D37-F0C6E4CF0705}">
      <dsp:nvSpPr>
        <dsp:cNvPr id="0" name=""/>
        <dsp:cNvSpPr/>
      </dsp:nvSpPr>
      <dsp:spPr>
        <a:xfrm>
          <a:off x="876141" y="189819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🧠 Passive reading doesn't lead to deep understanding or retention</a:t>
          </a:r>
          <a:endParaRPr lang="en-US" sz="1800" kern="1200"/>
        </a:p>
      </dsp:txBody>
      <dsp:txXfrm>
        <a:off x="876141" y="1898190"/>
        <a:ext cx="4984948" cy="758564"/>
      </dsp:txXfrm>
    </dsp:sp>
    <dsp:sp modelId="{044E8583-BE39-45B4-98B9-3F912FE8B84B}">
      <dsp:nvSpPr>
        <dsp:cNvPr id="0" name=""/>
        <dsp:cNvSpPr/>
      </dsp:nvSpPr>
      <dsp:spPr>
        <a:xfrm>
          <a:off x="0" y="284639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72DF9-D845-4391-A66F-2A6407B6930F}">
      <dsp:nvSpPr>
        <dsp:cNvPr id="0" name=""/>
        <dsp:cNvSpPr/>
      </dsp:nvSpPr>
      <dsp:spPr>
        <a:xfrm>
          <a:off x="229465" y="3017072"/>
          <a:ext cx="417210" cy="4172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83D85-CFDB-4C9D-A9B6-FD3C885688B1}">
      <dsp:nvSpPr>
        <dsp:cNvPr id="0" name=""/>
        <dsp:cNvSpPr/>
      </dsp:nvSpPr>
      <dsp:spPr>
        <a:xfrm>
          <a:off x="876141" y="284639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🔀 Current tools are fragmented - need multiple apps for different tasks</a:t>
          </a:r>
          <a:endParaRPr lang="en-US" sz="1800" kern="1200"/>
        </a:p>
      </dsp:txBody>
      <dsp:txXfrm>
        <a:off x="876141" y="2846395"/>
        <a:ext cx="4984948" cy="758564"/>
      </dsp:txXfrm>
    </dsp:sp>
    <dsp:sp modelId="{7B40198F-6231-4627-8EF4-F09FF5072EE4}">
      <dsp:nvSpPr>
        <dsp:cNvPr id="0" name=""/>
        <dsp:cNvSpPr/>
      </dsp:nvSpPr>
      <dsp:spPr>
        <a:xfrm>
          <a:off x="0" y="3794600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6013A-AE9A-48EC-8BA5-6C9B585BC7ED}">
      <dsp:nvSpPr>
        <dsp:cNvPr id="0" name=""/>
        <dsp:cNvSpPr/>
      </dsp:nvSpPr>
      <dsp:spPr>
        <a:xfrm>
          <a:off x="229465" y="3965277"/>
          <a:ext cx="417210" cy="4172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50593-07EF-470F-9246-4357574BC5FC}">
      <dsp:nvSpPr>
        <dsp:cNvPr id="0" name=""/>
        <dsp:cNvSpPr/>
      </dsp:nvSpPr>
      <dsp:spPr>
        <a:xfrm>
          <a:off x="876141" y="3794600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📄 Research papers are especially difficult to break down and internalize</a:t>
          </a:r>
          <a:endParaRPr lang="en-US" sz="1800" kern="1200"/>
        </a:p>
      </dsp:txBody>
      <dsp:txXfrm>
        <a:off x="876141" y="3794600"/>
        <a:ext cx="4984948" cy="758564"/>
      </dsp:txXfrm>
    </dsp:sp>
    <dsp:sp modelId="{F109B797-B409-4253-8468-14405DE25426}">
      <dsp:nvSpPr>
        <dsp:cNvPr id="0" name=""/>
        <dsp:cNvSpPr/>
      </dsp:nvSpPr>
      <dsp:spPr>
        <a:xfrm>
          <a:off x="0" y="4742805"/>
          <a:ext cx="5861090" cy="758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18C3D-FD86-42DF-9088-F45628CEDEB6}">
      <dsp:nvSpPr>
        <dsp:cNvPr id="0" name=""/>
        <dsp:cNvSpPr/>
      </dsp:nvSpPr>
      <dsp:spPr>
        <a:xfrm>
          <a:off x="229465" y="4913482"/>
          <a:ext cx="417210" cy="4172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2AB33-E2F2-4A83-A318-A4A9C385CC5D}">
      <dsp:nvSpPr>
        <dsp:cNvPr id="0" name=""/>
        <dsp:cNvSpPr/>
      </dsp:nvSpPr>
      <dsp:spPr>
        <a:xfrm>
          <a:off x="876141" y="4742805"/>
          <a:ext cx="4984948" cy="75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81" tIns="80281" rIns="80281" bIns="80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73% of students report feeling overwhelmed by study material volume</a:t>
          </a:r>
          <a:endParaRPr lang="en-US" sz="1800" kern="1200"/>
        </a:p>
      </dsp:txBody>
      <dsp:txXfrm>
        <a:off x="876141" y="4742805"/>
        <a:ext cx="4984948" cy="758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CD647-FC1E-4D9E-B236-630D44D4C241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AEDB1-F1CE-40FF-94E2-A24E04B36EF2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6EBCA-3D81-4F78-80DC-B1AE1493E487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Upload documents (PDFs, PowerPoints, Word docs, research papers)</a:t>
          </a:r>
          <a:endParaRPr lang="en-US" sz="1400" kern="1200" dirty="0"/>
        </a:p>
      </dsp:txBody>
      <dsp:txXfrm>
        <a:off x="1312541" y="828340"/>
        <a:ext cx="2148945" cy="911674"/>
      </dsp:txXfrm>
    </dsp:sp>
    <dsp:sp modelId="{0C2C53A9-C468-4428-93E3-1B51BC7A8053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FC03C-2AEA-4CE1-A6D1-89C1069C2E51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03950-187A-4FE6-824D-8CA207F5CEFA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AI generates flashcards, quizzes, and study guides automatically</a:t>
          </a:r>
          <a:endParaRPr lang="en-US" sz="1400" kern="1200" dirty="0"/>
        </a:p>
      </dsp:txBody>
      <dsp:txXfrm>
        <a:off x="4942957" y="828340"/>
        <a:ext cx="2148945" cy="911674"/>
      </dsp:txXfrm>
    </dsp:sp>
    <dsp:sp modelId="{437DEC9F-8A6E-4451-8AC0-6DD1AD0A3E3D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70897-785C-4801-AE2E-785C2940A14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4BE48-B626-4FF4-99C5-0D3C16AA73C1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Chat with AI about your specific materials</a:t>
          </a:r>
          <a:endParaRPr lang="en-US" sz="1400" kern="1200" dirty="0"/>
        </a:p>
      </dsp:txBody>
      <dsp:txXfrm>
        <a:off x="8573374" y="828340"/>
        <a:ext cx="2148945" cy="911674"/>
      </dsp:txXfrm>
    </dsp:sp>
    <dsp:sp modelId="{2B924107-8235-412C-AA9C-7B501C04FD71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36ABA-AC2D-4574-BE35-6856E7746714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B1B2B-8B87-4EA4-801C-4CCB48D5A40B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Spaced repetition system for long-term retention</a:t>
          </a:r>
          <a:endParaRPr lang="en-US" sz="1400" kern="1200" dirty="0"/>
        </a:p>
      </dsp:txBody>
      <dsp:txXfrm>
        <a:off x="1312541" y="2452790"/>
        <a:ext cx="2148945" cy="911674"/>
      </dsp:txXfrm>
    </dsp:sp>
    <dsp:sp modelId="{58123CF1-4152-493D-9057-54E4D520070F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3B49B-D697-4826-88EC-066F37D52CA3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4A469-E22F-4D47-9D97-D29FFBEE9F04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Track progress and master concepts over time</a:t>
          </a:r>
          <a:endParaRPr lang="en-US" sz="1400" kern="1200" dirty="0"/>
        </a:p>
      </dsp:txBody>
      <dsp:txXfrm>
        <a:off x="4942957" y="2452790"/>
        <a:ext cx="2148945" cy="911674"/>
      </dsp:txXfrm>
    </dsp:sp>
    <dsp:sp modelId="{54462B6E-7FD2-44E6-A475-58DA9EFB3676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7F6276-D125-4B0A-B544-EBD8ADCE4C5E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A7C49-9DC1-4EA1-A7A5-F24A1CC3344F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We bridge the gap between understanding content and truly mastering it</a:t>
          </a:r>
          <a:endParaRPr lang="en-US" sz="1400" kern="1200"/>
        </a:p>
      </dsp:txBody>
      <dsp:txXfrm>
        <a:off x="8573374" y="2452790"/>
        <a:ext cx="2148945" cy="9116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4EC64-18BB-8C45-8584-2E1C29A64741}">
      <dsp:nvSpPr>
        <dsp:cNvPr id="0" name=""/>
        <dsp:cNvSpPr/>
      </dsp:nvSpPr>
      <dsp:spPr>
        <a:xfrm>
          <a:off x="0" y="44239"/>
          <a:ext cx="6666833" cy="12916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👩‍🎓 </a:t>
          </a:r>
          <a:r>
            <a:rPr lang="en-US" sz="2300" b="1" i="0" kern="1200" baseline="0"/>
            <a:t>College &amp; University Students</a:t>
          </a:r>
          <a:br>
            <a:rPr lang="en-US" sz="2300" b="0" i="0" kern="1200" baseline="0"/>
          </a:br>
          <a:r>
            <a:rPr lang="en-US" sz="2300" b="0" i="0" kern="1200" baseline="0"/>
            <a:t>Managing multiple courses, need efficient study methods</a:t>
          </a:r>
          <a:endParaRPr lang="en-US" sz="2300" kern="1200"/>
        </a:p>
      </dsp:txBody>
      <dsp:txXfrm>
        <a:off x="63055" y="107294"/>
        <a:ext cx="6540723" cy="1165570"/>
      </dsp:txXfrm>
    </dsp:sp>
    <dsp:sp modelId="{B6296931-EA85-1E49-B8D4-E9933D957F9E}">
      <dsp:nvSpPr>
        <dsp:cNvPr id="0" name=""/>
        <dsp:cNvSpPr/>
      </dsp:nvSpPr>
      <dsp:spPr>
        <a:xfrm>
          <a:off x="0" y="1402159"/>
          <a:ext cx="6666833" cy="1291680"/>
        </a:xfrm>
        <a:prstGeom prst="roundRect">
          <a:avLst/>
        </a:prstGeom>
        <a:gradFill rotWithShape="0">
          <a:gsLst>
            <a:gs pos="0">
              <a:schemeClr val="accent2">
                <a:hueOff val="2942781"/>
                <a:satOff val="-9842"/>
                <a:lumOff val="-91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942781"/>
                <a:satOff val="-9842"/>
                <a:lumOff val="-91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942781"/>
                <a:satOff val="-9842"/>
                <a:lumOff val="-91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👨‍🔬 </a:t>
          </a:r>
          <a:r>
            <a:rPr lang="en-US" sz="2300" b="1" i="0" kern="1200" baseline="0"/>
            <a:t>Graduate Students &amp; Researchers</a:t>
          </a:r>
          <a:br>
            <a:rPr lang="en-US" sz="2300" b="0" i="0" kern="1200" baseline="0"/>
          </a:br>
          <a:r>
            <a:rPr lang="en-US" sz="2300" b="0" i="0" kern="1200" baseline="0"/>
            <a:t>Learning new domains, breaking down complex papers</a:t>
          </a:r>
          <a:endParaRPr lang="en-US" sz="2300" kern="1200"/>
        </a:p>
      </dsp:txBody>
      <dsp:txXfrm>
        <a:off x="63055" y="1465214"/>
        <a:ext cx="6540723" cy="1165570"/>
      </dsp:txXfrm>
    </dsp:sp>
    <dsp:sp modelId="{6E780D52-8E91-2445-8FFD-4817AEE3B3BA}">
      <dsp:nvSpPr>
        <dsp:cNvPr id="0" name=""/>
        <dsp:cNvSpPr/>
      </dsp:nvSpPr>
      <dsp:spPr>
        <a:xfrm>
          <a:off x="0" y="2760080"/>
          <a:ext cx="6666833" cy="1291680"/>
        </a:xfrm>
        <a:prstGeom prst="roundRect">
          <a:avLst/>
        </a:prstGeom>
        <a:gradFill rotWithShape="0">
          <a:gsLst>
            <a:gs pos="0">
              <a:schemeClr val="accent2">
                <a:hueOff val="5885562"/>
                <a:satOff val="-19683"/>
                <a:lumOff val="-183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885562"/>
                <a:satOff val="-19683"/>
                <a:lumOff val="-183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885562"/>
                <a:satOff val="-19683"/>
                <a:lumOff val="-183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👩‍💼 </a:t>
          </a:r>
          <a:r>
            <a:rPr lang="en-US" sz="2300" b="1" i="0" kern="1200" baseline="0"/>
            <a:t>Professionals</a:t>
          </a:r>
          <a:br>
            <a:rPr lang="en-US" sz="2300" b="0" i="0" kern="1200" baseline="0"/>
          </a:br>
          <a:r>
            <a:rPr lang="en-US" sz="2300" b="0" i="0" kern="1200" baseline="0"/>
            <a:t>Continuous learning and skill development</a:t>
          </a:r>
          <a:endParaRPr lang="en-US" sz="2300" kern="1200"/>
        </a:p>
      </dsp:txBody>
      <dsp:txXfrm>
        <a:off x="63055" y="2823135"/>
        <a:ext cx="6540723" cy="1165570"/>
      </dsp:txXfrm>
    </dsp:sp>
    <dsp:sp modelId="{EFFEA6E4-028C-8D4D-BB1B-37B0671E364E}">
      <dsp:nvSpPr>
        <dsp:cNvPr id="0" name=""/>
        <dsp:cNvSpPr/>
      </dsp:nvSpPr>
      <dsp:spPr>
        <a:xfrm>
          <a:off x="0" y="4118000"/>
          <a:ext cx="6666833" cy="1291680"/>
        </a:xfrm>
        <a:prstGeom prst="roundRect">
          <a:avLst/>
        </a:prstGeom>
        <a:gradFill rotWithShape="0">
          <a:gsLst>
            <a:gs pos="0">
              <a:schemeClr val="accent2">
                <a:hueOff val="8828342"/>
                <a:satOff val="-29525"/>
                <a:lumOff val="-27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828342"/>
                <a:satOff val="-29525"/>
                <a:lumOff val="-27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828342"/>
                <a:satOff val="-29525"/>
                <a:lumOff val="-27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🎯 </a:t>
          </a:r>
          <a:r>
            <a:rPr lang="en-US" sz="2300" b="1" i="0" kern="1200" baseline="0"/>
            <a:t>Common traits:</a:t>
          </a:r>
          <a:r>
            <a:rPr lang="en-US" sz="2300" b="0" i="0" kern="1200" baseline="0"/>
            <a:t> Tech-comfortable, time-constrained, seeking deep understanding</a:t>
          </a:r>
          <a:endParaRPr lang="en-US" sz="2300" kern="1200"/>
        </a:p>
      </dsp:txBody>
      <dsp:txXfrm>
        <a:off x="63055" y="4181055"/>
        <a:ext cx="6540723" cy="11655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847E3-3816-D741-96E0-4B2F77674E71}">
      <dsp:nvSpPr>
        <dsp:cNvPr id="0" name=""/>
        <dsp:cNvSpPr/>
      </dsp:nvSpPr>
      <dsp:spPr>
        <a:xfrm>
          <a:off x="2277820" y="2134"/>
          <a:ext cx="1808583" cy="1175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📄 Multi-format support: PDF, DOCX, PPTX, images (OCR)</a:t>
          </a:r>
          <a:endParaRPr lang="en-US" sz="1600" kern="1200"/>
        </a:p>
      </dsp:txBody>
      <dsp:txXfrm>
        <a:off x="2335207" y="59521"/>
        <a:ext cx="1693809" cy="1060805"/>
      </dsp:txXfrm>
    </dsp:sp>
    <dsp:sp modelId="{56CEF91C-009E-2843-94DA-8A419009CBD7}">
      <dsp:nvSpPr>
        <dsp:cNvPr id="0" name=""/>
        <dsp:cNvSpPr/>
      </dsp:nvSpPr>
      <dsp:spPr>
        <a:xfrm>
          <a:off x="829740" y="589924"/>
          <a:ext cx="4704742" cy="4704742"/>
        </a:xfrm>
        <a:custGeom>
          <a:avLst/>
          <a:gdLst/>
          <a:ahLst/>
          <a:cxnLst/>
          <a:rect l="0" t="0" r="0" b="0"/>
          <a:pathLst>
            <a:path>
              <a:moveTo>
                <a:pt x="3269133" y="185992"/>
              </a:moveTo>
              <a:arcTo wR="2352371" hR="2352371" stAng="17576218" swAng="1965280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A9AB2-FF40-A849-A03F-E4069E1280EC}">
      <dsp:nvSpPr>
        <dsp:cNvPr id="0" name=""/>
        <dsp:cNvSpPr/>
      </dsp:nvSpPr>
      <dsp:spPr>
        <a:xfrm>
          <a:off x="4515058" y="1627583"/>
          <a:ext cx="1808583" cy="1175579"/>
        </a:xfrm>
        <a:prstGeom prst="roundRect">
          <a:avLst/>
        </a:prstGeom>
        <a:solidFill>
          <a:schemeClr val="accent2">
            <a:hueOff val="2207086"/>
            <a:satOff val="-7381"/>
            <a:lumOff val="-6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🏷️ Automatic categorization by course/subject</a:t>
          </a:r>
          <a:endParaRPr lang="en-US" sz="1600" kern="1200"/>
        </a:p>
      </dsp:txBody>
      <dsp:txXfrm>
        <a:off x="4572445" y="1684970"/>
        <a:ext cx="1693809" cy="1060805"/>
      </dsp:txXfrm>
    </dsp:sp>
    <dsp:sp modelId="{D3AF180F-66D9-AD46-906E-16D7D26DE1FD}">
      <dsp:nvSpPr>
        <dsp:cNvPr id="0" name=""/>
        <dsp:cNvSpPr/>
      </dsp:nvSpPr>
      <dsp:spPr>
        <a:xfrm>
          <a:off x="829740" y="589924"/>
          <a:ext cx="4704742" cy="4704742"/>
        </a:xfrm>
        <a:custGeom>
          <a:avLst/>
          <a:gdLst/>
          <a:ahLst/>
          <a:cxnLst/>
          <a:rect l="0" t="0" r="0" b="0"/>
          <a:pathLst>
            <a:path>
              <a:moveTo>
                <a:pt x="4701468" y="2228293"/>
              </a:moveTo>
              <a:arcTo wR="2352371" hR="2352371" stAng="21418589" swAng="2199179"/>
            </a:path>
          </a:pathLst>
        </a:custGeom>
        <a:noFill/>
        <a:ln w="6350" cap="flat" cmpd="sng" algn="ctr">
          <a:solidFill>
            <a:schemeClr val="accent2">
              <a:hueOff val="2207086"/>
              <a:satOff val="-7381"/>
              <a:lumOff val="-686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C492B6-31FB-E94D-B38B-5D94FECD0FCB}">
      <dsp:nvSpPr>
        <dsp:cNvPr id="0" name=""/>
        <dsp:cNvSpPr/>
      </dsp:nvSpPr>
      <dsp:spPr>
        <a:xfrm>
          <a:off x="3660509" y="4257614"/>
          <a:ext cx="1808583" cy="1175579"/>
        </a:xfrm>
        <a:prstGeom prst="roundRect">
          <a:avLst/>
        </a:prstGeom>
        <a:solidFill>
          <a:schemeClr val="accent2">
            <a:hueOff val="4414171"/>
            <a:satOff val="-14762"/>
            <a:lumOff val="-1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🔍 Full-text search across all materials</a:t>
          </a:r>
          <a:endParaRPr lang="en-US" sz="1600" kern="1200"/>
        </a:p>
      </dsp:txBody>
      <dsp:txXfrm>
        <a:off x="3717896" y="4315001"/>
        <a:ext cx="1693809" cy="1060805"/>
      </dsp:txXfrm>
    </dsp:sp>
    <dsp:sp modelId="{3164ADFD-5979-9B43-A709-EE6D548C6F46}">
      <dsp:nvSpPr>
        <dsp:cNvPr id="0" name=""/>
        <dsp:cNvSpPr/>
      </dsp:nvSpPr>
      <dsp:spPr>
        <a:xfrm>
          <a:off x="829740" y="589924"/>
          <a:ext cx="4704742" cy="4704742"/>
        </a:xfrm>
        <a:custGeom>
          <a:avLst/>
          <a:gdLst/>
          <a:ahLst/>
          <a:cxnLst/>
          <a:rect l="0" t="0" r="0" b="0"/>
          <a:pathLst>
            <a:path>
              <a:moveTo>
                <a:pt x="2821397" y="4657510"/>
              </a:moveTo>
              <a:arcTo wR="2352371" hR="2352371" stAng="4709943" swAng="1380114"/>
            </a:path>
          </a:pathLst>
        </a:custGeom>
        <a:noFill/>
        <a:ln w="6350" cap="flat" cmpd="sng" algn="ctr">
          <a:solidFill>
            <a:schemeClr val="accent2">
              <a:hueOff val="4414171"/>
              <a:satOff val="-14762"/>
              <a:lumOff val="-137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EF6C1-06BC-9144-B583-2D726435A907}">
      <dsp:nvSpPr>
        <dsp:cNvPr id="0" name=""/>
        <dsp:cNvSpPr/>
      </dsp:nvSpPr>
      <dsp:spPr>
        <a:xfrm>
          <a:off x="895131" y="4257614"/>
          <a:ext cx="1808583" cy="1175579"/>
        </a:xfrm>
        <a:prstGeom prst="roundRect">
          <a:avLst/>
        </a:prstGeom>
        <a:solidFill>
          <a:schemeClr val="accent2">
            <a:hueOff val="6621257"/>
            <a:satOff val="-22144"/>
            <a:lumOff val="-20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📁 Cloud storage with version history</a:t>
          </a:r>
          <a:endParaRPr lang="en-US" sz="1600" kern="1200"/>
        </a:p>
      </dsp:txBody>
      <dsp:txXfrm>
        <a:off x="952518" y="4315001"/>
        <a:ext cx="1693809" cy="1060805"/>
      </dsp:txXfrm>
    </dsp:sp>
    <dsp:sp modelId="{91C83307-9D43-E748-950E-8FA337E846C3}">
      <dsp:nvSpPr>
        <dsp:cNvPr id="0" name=""/>
        <dsp:cNvSpPr/>
      </dsp:nvSpPr>
      <dsp:spPr>
        <a:xfrm>
          <a:off x="829740" y="589924"/>
          <a:ext cx="4704742" cy="4704742"/>
        </a:xfrm>
        <a:custGeom>
          <a:avLst/>
          <a:gdLst/>
          <a:ahLst/>
          <a:cxnLst/>
          <a:rect l="0" t="0" r="0" b="0"/>
          <a:pathLst>
            <a:path>
              <a:moveTo>
                <a:pt x="393701" y="3655161"/>
              </a:moveTo>
              <a:arcTo wR="2352371" hR="2352371" stAng="8782231" swAng="2199179"/>
            </a:path>
          </a:pathLst>
        </a:custGeom>
        <a:noFill/>
        <a:ln w="6350" cap="flat" cmpd="sng" algn="ctr">
          <a:solidFill>
            <a:schemeClr val="accent2">
              <a:hueOff val="6621257"/>
              <a:satOff val="-22144"/>
              <a:lumOff val="-2058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6BB33-C876-D746-AA1F-8A9A9F9118A8}">
      <dsp:nvSpPr>
        <dsp:cNvPr id="0" name=""/>
        <dsp:cNvSpPr/>
      </dsp:nvSpPr>
      <dsp:spPr>
        <a:xfrm>
          <a:off x="40582" y="1627583"/>
          <a:ext cx="1808583" cy="1175579"/>
        </a:xfrm>
        <a:prstGeom prst="roundRect">
          <a:avLst/>
        </a:prstGeom>
        <a:solidFill>
          <a:schemeClr val="accent2">
            <a:hueOff val="8828342"/>
            <a:satOff val="-29525"/>
            <a:lumOff val="-2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📑 Document preview and annotation</a:t>
          </a:r>
          <a:endParaRPr lang="en-US" sz="1600" kern="1200"/>
        </a:p>
      </dsp:txBody>
      <dsp:txXfrm>
        <a:off x="97969" y="1684970"/>
        <a:ext cx="1693809" cy="1060805"/>
      </dsp:txXfrm>
    </dsp:sp>
    <dsp:sp modelId="{D52088B3-D1A2-F243-94C4-D2CD598D7BF7}">
      <dsp:nvSpPr>
        <dsp:cNvPr id="0" name=""/>
        <dsp:cNvSpPr/>
      </dsp:nvSpPr>
      <dsp:spPr>
        <a:xfrm>
          <a:off x="829740" y="589924"/>
          <a:ext cx="4704742" cy="4704742"/>
        </a:xfrm>
        <a:custGeom>
          <a:avLst/>
          <a:gdLst/>
          <a:ahLst/>
          <a:cxnLst/>
          <a:rect l="0" t="0" r="0" b="0"/>
          <a:pathLst>
            <a:path>
              <a:moveTo>
                <a:pt x="409274" y="1026465"/>
              </a:moveTo>
              <a:arcTo wR="2352371" hR="2352371" stAng="12858501" swAng="1965280"/>
            </a:path>
          </a:pathLst>
        </a:custGeom>
        <a:noFill/>
        <a:ln w="6350" cap="flat" cmpd="sng" algn="ctr">
          <a:solidFill>
            <a:schemeClr val="accent2">
              <a:hueOff val="8828342"/>
              <a:satOff val="-29525"/>
              <a:lumOff val="-274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62BC0-E84E-D54E-8C42-06119E7ED6CD}">
      <dsp:nvSpPr>
        <dsp:cNvPr id="0" name=""/>
        <dsp:cNvSpPr/>
      </dsp:nvSpPr>
      <dsp:spPr>
        <a:xfrm>
          <a:off x="2850052" y="685988"/>
          <a:ext cx="529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933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0721" y="728908"/>
        <a:ext cx="27996" cy="5599"/>
      </dsp:txXfrm>
    </dsp:sp>
    <dsp:sp modelId="{0650D76B-9AC1-5B4E-861C-123FB2ECA1A3}">
      <dsp:nvSpPr>
        <dsp:cNvPr id="0" name=""/>
        <dsp:cNvSpPr/>
      </dsp:nvSpPr>
      <dsp:spPr>
        <a:xfrm>
          <a:off x="417351" y="1358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Figma for UI/UX design for low-fidelity wireframes</a:t>
          </a:r>
        </a:p>
      </dsp:txBody>
      <dsp:txXfrm>
        <a:off x="417351" y="1358"/>
        <a:ext cx="2434500" cy="1460700"/>
      </dsp:txXfrm>
    </dsp:sp>
    <dsp:sp modelId="{E74C9960-0BDD-134C-A56F-A430291B0B45}">
      <dsp:nvSpPr>
        <dsp:cNvPr id="0" name=""/>
        <dsp:cNvSpPr/>
      </dsp:nvSpPr>
      <dsp:spPr>
        <a:xfrm>
          <a:off x="1634602" y="1460258"/>
          <a:ext cx="2994435" cy="529335"/>
        </a:xfrm>
        <a:custGeom>
          <a:avLst/>
          <a:gdLst/>
          <a:ahLst/>
          <a:cxnLst/>
          <a:rect l="0" t="0" r="0" b="0"/>
          <a:pathLst>
            <a:path>
              <a:moveTo>
                <a:pt x="2994435" y="0"/>
              </a:moveTo>
              <a:lnTo>
                <a:pt x="2994435" y="281767"/>
              </a:lnTo>
              <a:lnTo>
                <a:pt x="0" y="281767"/>
              </a:lnTo>
              <a:lnTo>
                <a:pt x="0" y="529335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661" y="1722126"/>
        <a:ext cx="152316" cy="5599"/>
      </dsp:txXfrm>
    </dsp:sp>
    <dsp:sp modelId="{F758AB31-6E04-9246-834E-97428F0A694F}">
      <dsp:nvSpPr>
        <dsp:cNvPr id="0" name=""/>
        <dsp:cNvSpPr/>
      </dsp:nvSpPr>
      <dsp:spPr>
        <a:xfrm>
          <a:off x="3411787" y="1358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 Research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User personas to target potential users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User journeys to detail app navigation options</a:t>
          </a:r>
        </a:p>
      </dsp:txBody>
      <dsp:txXfrm>
        <a:off x="3411787" y="1358"/>
        <a:ext cx="2434500" cy="1460700"/>
      </dsp:txXfrm>
    </dsp:sp>
    <dsp:sp modelId="{EE7C1992-75E7-5D40-A3F3-AE4AEF14CF06}">
      <dsp:nvSpPr>
        <dsp:cNvPr id="0" name=""/>
        <dsp:cNvSpPr/>
      </dsp:nvSpPr>
      <dsp:spPr>
        <a:xfrm>
          <a:off x="2850052" y="2706624"/>
          <a:ext cx="529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933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0721" y="2749544"/>
        <a:ext cx="27996" cy="5599"/>
      </dsp:txXfrm>
    </dsp:sp>
    <dsp:sp modelId="{36A90A5D-0FE3-CE42-B557-0D092FE77C50}">
      <dsp:nvSpPr>
        <dsp:cNvPr id="0" name=""/>
        <dsp:cNvSpPr/>
      </dsp:nvSpPr>
      <dsp:spPr>
        <a:xfrm>
          <a:off x="417351" y="2021993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Information Architecture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site structure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storage alternatives</a:t>
          </a:r>
        </a:p>
      </dsp:txBody>
      <dsp:txXfrm>
        <a:off x="417351" y="2021993"/>
        <a:ext cx="2434500" cy="1460700"/>
      </dsp:txXfrm>
    </dsp:sp>
    <dsp:sp modelId="{FCA1F3C8-4281-5A47-B3BA-93D60AEC6FE8}">
      <dsp:nvSpPr>
        <dsp:cNvPr id="0" name=""/>
        <dsp:cNvSpPr/>
      </dsp:nvSpPr>
      <dsp:spPr>
        <a:xfrm>
          <a:off x="1634602" y="3480894"/>
          <a:ext cx="2994435" cy="529335"/>
        </a:xfrm>
        <a:custGeom>
          <a:avLst/>
          <a:gdLst/>
          <a:ahLst/>
          <a:cxnLst/>
          <a:rect l="0" t="0" r="0" b="0"/>
          <a:pathLst>
            <a:path>
              <a:moveTo>
                <a:pt x="2994435" y="0"/>
              </a:moveTo>
              <a:lnTo>
                <a:pt x="2994435" y="281767"/>
              </a:lnTo>
              <a:lnTo>
                <a:pt x="0" y="281767"/>
              </a:lnTo>
              <a:lnTo>
                <a:pt x="0" y="529335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661" y="3742762"/>
        <a:ext cx="152316" cy="5599"/>
      </dsp:txXfrm>
    </dsp:sp>
    <dsp:sp modelId="{1869D98C-6749-7549-BF47-C4177D6E30C7}">
      <dsp:nvSpPr>
        <dsp:cNvPr id="0" name=""/>
        <dsp:cNvSpPr/>
      </dsp:nvSpPr>
      <dsp:spPr>
        <a:xfrm>
          <a:off x="3411787" y="2021993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Higher-fidelity prototypes</a:t>
          </a:r>
        </a:p>
      </dsp:txBody>
      <dsp:txXfrm>
        <a:off x="3411787" y="2021993"/>
        <a:ext cx="2434500" cy="1460700"/>
      </dsp:txXfrm>
    </dsp:sp>
    <dsp:sp modelId="{5DD194A4-C2F0-D14A-9155-24FABA19A404}">
      <dsp:nvSpPr>
        <dsp:cNvPr id="0" name=""/>
        <dsp:cNvSpPr/>
      </dsp:nvSpPr>
      <dsp:spPr>
        <a:xfrm>
          <a:off x="2850052" y="4727259"/>
          <a:ext cx="529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933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0721" y="4770179"/>
        <a:ext cx="27996" cy="5599"/>
      </dsp:txXfrm>
    </dsp:sp>
    <dsp:sp modelId="{60A9F653-3A02-CD47-BD50-68D1FC1FD695}">
      <dsp:nvSpPr>
        <dsp:cNvPr id="0" name=""/>
        <dsp:cNvSpPr/>
      </dsp:nvSpPr>
      <dsp:spPr>
        <a:xfrm>
          <a:off x="417351" y="4042629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Accessibility Implementation (WCAG Compliance)</a:t>
          </a:r>
        </a:p>
      </dsp:txBody>
      <dsp:txXfrm>
        <a:off x="417351" y="4042629"/>
        <a:ext cx="2434500" cy="1460700"/>
      </dsp:txXfrm>
    </dsp:sp>
    <dsp:sp modelId="{FE725079-C691-944C-96A8-D9B1C9B03730}">
      <dsp:nvSpPr>
        <dsp:cNvPr id="0" name=""/>
        <dsp:cNvSpPr/>
      </dsp:nvSpPr>
      <dsp:spPr>
        <a:xfrm>
          <a:off x="3411787" y="4042629"/>
          <a:ext cx="2434500" cy="14607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293" tIns="125219" rIns="119293" bIns="12521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 Testing &amp; Iteration</a:t>
          </a:r>
        </a:p>
      </dsp:txBody>
      <dsp:txXfrm>
        <a:off x="3411787" y="4042629"/>
        <a:ext cx="2434500" cy="1460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7514C-BFA5-A248-AEF9-64E62BCAB14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2399E-6787-6E49-94AA-D4BF8DA53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5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2399E-6787-6E49-94AA-D4BF8DA53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8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50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4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25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9174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3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30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75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0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7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06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19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36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30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55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51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61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0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00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30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34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15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245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38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70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62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70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79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527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283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24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14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086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4688510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20830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8460214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80662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76883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9650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455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017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15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054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337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17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724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5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873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91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12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9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0" r:id="rId2"/>
    <p:sldLayoutId id="2147483709" r:id="rId3"/>
    <p:sldLayoutId id="2147483708" r:id="rId4"/>
    <p:sldLayoutId id="2147483707" r:id="rId5"/>
    <p:sldLayoutId id="2147483706" r:id="rId6"/>
    <p:sldLayoutId id="2147483705" r:id="rId7"/>
    <p:sldLayoutId id="2147483704" r:id="rId8"/>
    <p:sldLayoutId id="2147483703" r:id="rId9"/>
    <p:sldLayoutId id="2147483702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1A447F7-1DB1-CD4C-406C-91F93E84C8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29768" y="5276088"/>
            <a:ext cx="11347704" cy="78638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AI-Powered Personal Study Assistant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DB99A-EBD6-B2CC-5AFC-4D550300A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 altLang="en-US" i="1"/>
              <a:t>Your Intelligent Companion for Mastering Complex Materials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AFE9C-CD19-63ED-FC58-19D0C767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0"/>
            <a:ext cx="7772400" cy="5181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827184-106E-D003-B6B0-63D631D26B37}"/>
              </a:ext>
            </a:extLst>
          </p:cNvPr>
          <p:cNvSpPr txBox="1"/>
          <p:nvPr/>
        </p:nvSpPr>
        <p:spPr>
          <a:xfrm>
            <a:off x="8568030" y="4828032"/>
            <a:ext cx="1414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Source: ChatGPT</a:t>
            </a:r>
          </a:p>
        </p:txBody>
      </p:sp>
    </p:spTree>
    <p:extLst>
      <p:ext uri="{BB962C8B-B14F-4D97-AF65-F5344CB8AC3E}">
        <p14:creationId xmlns:p14="http://schemas.microsoft.com/office/powerpoint/2010/main" val="38912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4E3BB-BDC4-A971-7215-DE2CF4F0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en-US" sz="3800" b="1"/>
              <a:t>Learning from complex materials is overwhelming</a:t>
            </a:r>
            <a:endParaRPr lang="en-US" sz="38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82EB4AB-703E-A107-545E-79169A52CC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454574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609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85B4F-5414-8EF3-6647-80D64605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 unified AI platform that transforms passive materials into active learning</a:t>
            </a: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4AA7A41-5C4B-99F6-7A27-B64B8DBDE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8973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515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FC11B-E952-960B-9D7F-C091D2E4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Target Users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3A2E604-16C1-B98B-03FE-F3CE3F1AF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0467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457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6C030-2608-C6AA-5472-2FF5D98E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 dirty="0"/>
              <a:t>Intelligent Document Processing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06AC8ED-FA34-7DA5-83A5-05A9455AC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71966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63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56EE-1D1B-6D6C-4A9D-35B6DB4A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Active Learning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7AC076-472F-541C-ACBC-C4F65D458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1282536"/>
            <a:ext cx="4646905" cy="507381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"/>
              </a:rPr>
              <a:t>Spaced Repetition &amp; Progress Tracking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🗓️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"/>
              </a:rPr>
              <a:t>Smart Scheduling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Review at optimal intervals based on performance (Hard/Medium/Easy)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📊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"/>
              </a:rPr>
              <a:t>Progress Analytics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Study time by course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Quiz performance trends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Topic mastery levels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"/>
              </a:rPr>
              <a:t>Study streaks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effectLst/>
              <a:latin typeface="Time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"/>
              </a:rPr>
              <a:t>Evidence-based approach improves retention by 50-100%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ngled shot of pen on a graph">
            <a:extLst>
              <a:ext uri="{FF2B5EF4-FFF2-40B4-BE49-F238E27FC236}">
                <a16:creationId xmlns:a16="http://schemas.microsoft.com/office/drawing/2014/main" id="{26316680-C670-66E8-7EAA-208B898D7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7" r="3903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47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97A26-2D80-E62D-A00F-6D30283B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330" y="2290986"/>
            <a:ext cx="3374136" cy="1758499"/>
          </a:xfrm>
        </p:spPr>
        <p:txBody>
          <a:bodyPr>
            <a:normAutofit/>
          </a:bodyPr>
          <a:lstStyle/>
          <a:p>
            <a:r>
              <a:rPr lang="en-US" sz="5200" dirty="0"/>
              <a:t>Design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28CEAA-D1FF-A8D6-4E89-762C8191B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562901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297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FE78A-132F-0A1A-2D2A-BA708F26D864}"/>
              </a:ext>
            </a:extLst>
          </p:cNvPr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Clean. Fast. Focused.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86E17195-F8CD-DF7C-C3A6-31C50E64E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43" y="1601432"/>
            <a:ext cx="5221625" cy="3655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71C037-8CF4-BBE9-C96E-77BF38BCA5D9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Every pixel serves a purpose.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Every feature earns its place.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We've stripped away everything that doesn't move you forward, leaving only what matters: your work and the tools to do it brilliantly.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596739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375</Words>
  <Application>Microsoft Macintosh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Neue Haas Grotesk Text Pro</vt:lpstr>
      <vt:lpstr>Times</vt:lpstr>
      <vt:lpstr>Dune</vt:lpstr>
      <vt:lpstr>AI-Powered Personal Study Assistant</vt:lpstr>
      <vt:lpstr>Learning from complex materials is overwhelming</vt:lpstr>
      <vt:lpstr>A unified AI platform that transforms passive materials into active learning</vt:lpstr>
      <vt:lpstr>Target Users</vt:lpstr>
      <vt:lpstr>Intelligent Document Processing</vt:lpstr>
      <vt:lpstr>Active Learning </vt:lpstr>
      <vt:lpstr>Design Process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Christopher S CIV USN NIWC ATLANTIC SC (USA)</dc:creator>
  <cp:lastModifiedBy>Williams, Christopher S CIV USN NIWC ATLANTIC SC (USA)</cp:lastModifiedBy>
  <cp:revision>5</cp:revision>
  <dcterms:created xsi:type="dcterms:W3CDTF">2025-10-16T18:07:31Z</dcterms:created>
  <dcterms:modified xsi:type="dcterms:W3CDTF">2025-10-17T01:56:02Z</dcterms:modified>
</cp:coreProperties>
</file>